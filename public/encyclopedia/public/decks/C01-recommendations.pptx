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RECOMMENDATIONS.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recommendations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recommendations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recommendations.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RECOMMENDATIONS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recommendations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/deck/C01-recommendations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recommendations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274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/deck/C01-recommendations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