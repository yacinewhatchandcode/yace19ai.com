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Playwright.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PLAYWRIGHT.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Playwright is woken by Command when the mission needs execution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P06-EXECUTION-PLAYWRIGHT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Playwright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Playwright serves the execution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PLAYWRIGHT  · 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execution.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Playwright is woken by Command when the mission needs execution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P06-execution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/deck/P06-execution-playwright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Playwright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external/bytebot, external/openclaw-desktop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agents/execution/playwright/role.yaml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P06-execution.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/deck/P06-execution-playwright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