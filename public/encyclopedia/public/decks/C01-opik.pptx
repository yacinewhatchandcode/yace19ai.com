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opik.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OPIK.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opik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C01-OPIK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opik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opik.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OPIK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OPIK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opik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/deck/C01-opik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opik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244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/deck/C01-opik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