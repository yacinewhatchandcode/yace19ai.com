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voice-orb-mission.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VOICE_ORB_MISSION.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voice-orb-mission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C02-VOICE-ORB-MISSION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voice-orb-mission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voice-orb-mission.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VOICE-ORB-MISSION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VOICE_ORB_MISSION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voice-orb-mission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/deck/C02-voice-orb-mission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voice-orb-mission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/deck/C02-voice-orb-mission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