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provider-intelligence.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PROVIDER-INTELLIGENCE.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provider-intelligence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C01-PROVIDER-INTELLIGENCE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provider-intelligence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provider-intelligence.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PROVIDER-INTELLIGENCE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PROVIDER-INTELLIGENCE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provider-intelligence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/deck/C01-provider-intelligence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provider-intelligence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258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/deck/C01-provider-intelligence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