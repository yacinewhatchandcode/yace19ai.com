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openvoice-health.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OPENVOICE-HEALTH.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openvoice-health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C01-OPENVOICE-HEALTH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openvoice-health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openvoice-health.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OPENVOICE-HEALTH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openvoice-health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/deck/C01-openvoice-health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/deck/C01-openvoice-health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