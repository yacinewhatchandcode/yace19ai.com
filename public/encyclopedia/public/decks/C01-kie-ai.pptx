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kie-ai.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KIE-AI.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kie-ai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C01-KIE-AI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kie-ai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kie-ai.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KIE-AI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KIE-AI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kie-ai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/deck/C01-kie-ai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kie-ai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193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/deck/C01-kie-ai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