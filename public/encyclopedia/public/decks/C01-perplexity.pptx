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perplexity.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PERPLEXITY.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perplexity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C01-PERPLEXITY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perplexity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perplexity.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PERPLEXITY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PERPLEXITY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perplexity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/deck/C01-perplexity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perplexity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249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/deck/C01-perplexity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