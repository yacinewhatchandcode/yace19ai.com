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roster-heartbeat.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ROSTER_HEARTBEAT.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roster-heartbeat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C02-ROSTER-HEARTBEAT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roster-heartbeat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roster-heartbeat.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ROSTER-HEARTBEAT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ROSTER_HEARTBEAT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roster-heartbeat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/deck/C02-roster-heartbeat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roster-heartbeat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/deck/C02-roster-heartbeat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