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REPORTING.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Reporting is woken by Command when the mission needs execution work — never alone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P06-EXECUTION-REPORTING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Reporting serves the execution layer on the M4 command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REPORTING  · 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Job role in execution. Capacity class: shared_model.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Reporting is woken by Command when the mission needs execution work — never alone forever.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P06-execution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/deck/P06-execution-reporting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Reporting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Layer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execution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Surfaces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external/SovereignAgentFleet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Skills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bound skill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packet
NATS subject
Shared model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Role artifact
Evidence note
Handoff or challenge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6 simultaneously 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Respect max 12 per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Expose uncertainty — never fake completion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preferred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Bound via agents/execution/reporting/role.yaml and skills manifest.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P06-execution.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a sibling role or climb to the department overview.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/deck/P06-execution-reporting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