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agenty-acp.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AGENTY-ACP.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agenty-acp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C01-AGENTY-ACP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agenty-acp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agenty-acp.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AGENTY-ACP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AGENTY-ACP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agenty-acp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/deck/C01-agenty-acp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agenty-acp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/deck/C01-agenty-acp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