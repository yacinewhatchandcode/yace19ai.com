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3d-gen.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3D-GEN.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3d-gen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C01-3D-GEN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3d-gen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3d-gen.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3D-GEN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3D-GEN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3d-gen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/deck/C01-3d-gen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3d-gen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/deck/C01-3d-gen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