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RESEARCH.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research.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RESEARCH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research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/deck/C01-research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