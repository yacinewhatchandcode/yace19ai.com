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autonomous-coordinator.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AUTONOMOUS-COORDINATOR.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autonomous-coordinator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C01-AUTONOMOUS-COORDINATOR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autonomous-coordinator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autonomous-coordinator.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AUTONOMOUS-COORDINATOR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AUTONOMOUS-COORDINATOR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autonomous-coordinator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/deck/C01-autonomous-coordinator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autonomous-coordinator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/deck/C01-autonomous-coordinator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