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agent-greenit.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AGENT-GREENIT.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agent-greenit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C01-AGENT-GREENIT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agent-greenit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agent-greenit.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AGENT-GREENIT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AGENT-GREENIT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agent-greenit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/deck/C01-agent-greenit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agent-greenit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/deck/C01-agent-greenit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