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Prompt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PROMPT-PIPELINE.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Prompt Pipeline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P12-PROMPT-PIPELINE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Prompt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Prompt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PROMPT-PIPELINE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PROMPT-PIPELINE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Prompt Pipeline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/deck/P12-prompt-pipeline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Prompt Pipeline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/deck/P12-prompt-pipeline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