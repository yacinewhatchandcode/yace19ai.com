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expectation: encyclopedia, not pitch deck. Every card opens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TREE.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Lobby metaphor — calm orientation before any technical 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jobs of the master tree: orient, route, bind surfaces, govern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registry and live routes; no invented completion stats.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P00-MASTER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Master Arborescence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One living tree. Every branch opens a full deck — same IDs everywhere.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HUB  ·  TREE  ·  80  ·  AACI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The master map of PRIME-AI: pillars, departments, and openable depth.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You enter the M4 company lobby. Each door is a presentation, not a bullet on a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— root 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/deck/P00-master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 the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Router picks the right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bus carries the packet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does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challenges the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Orient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all seventeen pillars and capacity keywords in one 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Send the audience to the right department or specialist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Deck IDs power PPTX, Remotion films, and yace19ai.com routes.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Govern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Deferred nodes stay labeled deferred — no pretend multi-node 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Audience question or tour intent
Tier B registry
Live M4 fleet facts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Branch choice
Deck route (/deck/ID)
3D tree focus on yace19ai.com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six agents active at once on M4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twelve agents assigned to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claim of done without a challenger or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models preferred over external APIs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registry.yaml deck_count matches generated decks; site routes mirror deck IDs.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P01-vision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Vision and Zero-Illusion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P02-aaci-hub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AACI and 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P03-keywords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Keywords and Capacity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P04-command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Department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P05-intelligence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Intelligence Department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P06-execution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Execution Department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P07-verification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Department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P08-infrastructure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Infrastructure Department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Pick a pillar.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Start with Vision and AACI, then Keywords, then any department wing.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/deck/P00-master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