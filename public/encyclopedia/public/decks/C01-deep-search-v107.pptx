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deep-search-v107.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DEEP-SEARCH-V107.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deep-search-v107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C01-DEEP-SEARCH-V107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deep-search-v107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deep-search-v107.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DEEP-SEARCH-V107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DEEP-SEARCH-V107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deep-search-v107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/deck/C01-deep-search-v107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deep-search-v107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147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/deck/C01-deep-search-v107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