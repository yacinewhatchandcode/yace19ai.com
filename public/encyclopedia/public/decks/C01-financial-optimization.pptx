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financial-optimization.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FINANCIAL-OPTIMIZATION.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financial-optimization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C01-FINANCIAL-OPTIMIZATION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financial-optimization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financial-optimization.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FINANCIAL-OPTIMIZATION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FINANCIAL-OPTIMIZATION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financial-optimization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/deck/C01-financial-optimization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financial-optimization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164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/deck/C01-financial-optimization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