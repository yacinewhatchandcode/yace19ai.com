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secrets-manager.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SECRETS-MANAGER.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secrets-manager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C01-SECRETS-MANAGER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secrets-manager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secrets-manager.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SECRETS-MANAGER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SECRETS-MANAGER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secrets-manager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/deck/C01-secrets-manager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secrets-manager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/deck/C01-secrets-manager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