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HERMES — Hermes Reasoner.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HERMES.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HERMES is a named mind-style on the M4, not a separate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P09-HERMES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HERMES — Hermes Reasoner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Hermes Reasoner — research reasoning.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HERMES  ·  research_reasoning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HERMES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 reasoning · model deepseek-r1:8b · node m4.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HERMES is a named mind-style on the M4, not a separate company.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P09-frontier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/deck/P09-hermes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research reasoning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intelligence, command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MCP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ollama, research, nats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prime.frontier.HERMES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Frontier subject
Mission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result
Lane telemetry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frontier-multi-agent.json wiring · node_wiring.m4 includes this 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Back to Frontier pillar.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Compare with OMNI when the ask spans modalities.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/deck/P09-hermes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