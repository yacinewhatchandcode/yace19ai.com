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 for Roster — cudo-compute.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the keyword CUDO-COMPUTE. One breath. Then continue.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cudo-compute is a registered universe seat. Wake only under capacity law.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Orient the audience in the arborescence before depth.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AACI = Agent-to-Agent Communication Interface.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concrete jobs. No fluff.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Always show the contract: what enters, what leaves.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Rules beat slogans. Read them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Zero-illusion: no applause without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card is a live branch on yace19ai.com.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with a clear next click.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2000" y="25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PRIME –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864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C01-CUDO-COMPUTE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1224000"/>
            <a:ext cx="10800000" cy="11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4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Roster — cudo-compute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2592000"/>
            <a:ext cx="1008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Census leaf for roster id cudo-compute.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5328000"/>
            <a:ext cx="4320000" cy="270000"/>
          </a:xfrm>
          <a:prstGeom prst="roundRect">
            <a:avLst>
              <a:gd name="adj" fmla="val 20000"/>
            </a:avLst>
          </a:prstGeom>
          <a:solidFill>
            <a:srgbClr val="F3F1EC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0">
                <a:solidFill>
                  <a:srgbClr val="7A746C"/>
                </a:solidFill>
                <a:latin typeface="JetBrains Mono"/>
                <a:ea typeface="JetBrains Mono"/>
                <a:cs typeface="JetBrains Mono"/>
              </a:rPr>
              <a:t>CUDO-COMPUTE  ·  FAST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5903999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Tier B encyclopedia  ·  yace19ai.com  ·  M4-only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KEYWORD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26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56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CUDO-COMPUTE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lane=fast · model=qwen3:8b · status=online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86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one sentence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160000"/>
            <a:ext cx="1044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0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cudo-compute is a registered universe seat. Wake only under capacity law.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TREE SEAT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Where this sits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Parent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C01-roster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Kind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leaf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Pillar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820000" y="2520000"/>
            <a:ext cx="2520000" cy="270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Route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/deck/C01-cudo-compute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AACI LINK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agents hand off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Hub hears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88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Route chooses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4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Bus carries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works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360000" y="2592000"/>
            <a:ext cx="2015999" cy="2592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05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Verify challenges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DOES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What this branch does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Id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cudo-compute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92000" y="21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Lane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fast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Model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qwen3:8b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2000" y="3960000"/>
            <a:ext cx="5220000" cy="162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Dispatch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nats+mcp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In and out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Receives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Mission needing this seat
Queue slot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300000" y="2340000"/>
            <a:ext cx="5220000" cy="3060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Returns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Seat result
Evidence note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Capacity and law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20000" y="2088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C9A1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R1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6 agents awake at once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0000" y="3024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R2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Max 12 agents on one mission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3960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R3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No done without a second voice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20000" y="4896000"/>
            <a:ext cx="10728000" cy="827999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6E2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5999" rIns="125999" tIns="125999" bIns="90000"/>
          <a:lstStyle/>
          <a:p>
            <a:pPr algn="ctr"/>
            <a:r>
              <a:rPr sz="14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R4</a:t>
            </a:r>
          </a:p>
          <a:p>
            <a:pPr>
              <a:spcBef>
                <a:spcPts val="600"/>
              </a:spcBef>
            </a:pPr>
            <a:r>
              <a:rPr sz="1500" b="0">
                <a:solidFill>
                  <a:srgbClr val="1A1612"/>
                </a:solidFill>
                <a:latin typeface="Inter"/>
                <a:ea typeface="Inter"/>
                <a:cs typeface="Inter"/>
              </a:rPr>
              <a:t>Local models preferred on M4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How we know it is real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232000"/>
            <a:ext cx="10440000" cy="21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universe index 140 · capacity_class=queued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OPENS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007999"/>
            <a:ext cx="108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8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Dynamic branches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520000"/>
            <a:ext cx="104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Leaf node — depth ends here. Return to parent.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119" cy="6858000"/>
          </a:xfrm>
          <a:prstGeom prst="rect">
            <a:avLst/>
          </a:prstGeom>
          <a:solidFill>
            <a:srgbClr val="F9F8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>
            <a:off x="720000" y="270000"/>
            <a:ext cx="151200" cy="151200"/>
          </a:xfrm>
          <a:prstGeom prst="triangle">
            <a:avLst/>
          </a:prstGeom>
          <a:solidFill>
            <a:srgbClr val="C9A1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20000" y="43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C9A15A"/>
                </a:solidFill>
                <a:latin typeface="Inter"/>
                <a:ea typeface="Inter"/>
                <a:cs typeface="Inter"/>
              </a:rPr>
              <a:t>• 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000" y="1440000"/>
            <a:ext cx="1080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3200" b="1">
                <a:solidFill>
                  <a:srgbClr val="1A1612"/>
                </a:solidFill>
                <a:latin typeface="Inter"/>
                <a:ea typeface="Inter"/>
                <a:cs typeface="Inter"/>
              </a:rPr>
              <a:t>Return to C01-roster.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20000" y="2880000"/>
            <a:ext cx="1008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7A746C"/>
                </a:solidFill>
                <a:latin typeface="Inter"/>
                <a:ea typeface="Inter"/>
                <a:cs typeface="Inter"/>
              </a:rPr>
              <a:t>Climb to C00 or open a mission pattern.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" y="5832000"/>
            <a:ext cx="100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C9A15A"/>
                </a:solidFill>
                <a:latin typeface="JetBrains Mono"/>
                <a:ea typeface="JetBrains Mono"/>
                <a:cs typeface="JetBrains Mono"/>
              </a:rPr>
              <a:t>/deck/C01-cudo-compute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