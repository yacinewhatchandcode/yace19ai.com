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sic-pricing-engine.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SIC-PRICING-ENGINE.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sic-pricing-engine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C01-SIC-PRICING-ENGINE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sic-pricing-engine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sic-pricing-engine.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SIC-PRICING-ENGINE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SIC-PRICING-ENGINE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sic-pricing-engine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/deck/C01-sic-pricing-engine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sic-pricing-engine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302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/deck/C01-sic-pricing-engine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