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Benjamin MCP Fleet.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BENJAMIN-MCP-FLEET.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Benjamin MCP Fleet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P10-BENJAMIN-MCP-FLEET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Benjamin MCP Fleet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Benjamin MCP Fleet.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BENJAMIN-MCP-FLEET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BENJAMIN-MCP-FLEET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MCP is the shared plug under Messages.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Benjamin MCP Fleet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P10-mcp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/deck/P10-benjamin-mcp-fleet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Benjamin MCP Fleet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P10-mcp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/deck/P10-benjamin-mcp-fleet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