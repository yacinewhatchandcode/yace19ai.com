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whole encyclopedia on truth over theater.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ZERO-ILLUSION.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sentence: sovereign ops environment, not wrapper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Promise, law, tone, scope — the four non-negotiables.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CEO deck and m4-only profile, not vanity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P01-VISION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Vision and Zero-Illusion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From one objective to a verified AI operation — with no theatrical completion.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VISION  ·  TRUTH  ·  ZERO-ILLUSION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ZERO-ILLUSION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Claims need evidence. Confidence needs a second voice. Done means verified.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PRIME-AI is a sovereign cognitive operating environment on your Mac — not a chatbot skin.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P00-master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/deck/P01-vision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 the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Router picks the right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bus carries the packet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does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challenges the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Promise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Turn intent into routed work across departments, then verify before close.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Law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Zero-Illusion: no fake done, no cosmetic certainty, no unchallenged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Tone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Calm, precise, cinematic — executive clarity without startup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Scope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M4 is the sole active command node; other nodes are deferred, not hidden.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Executive objective
Operator mission
CEO vision framing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Shared vocabulary
Scope honesty
Verification expectation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six agents active at once on M4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twelve agents assigned to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claim of done without a challenger or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models preferred over external APIs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CEO Vision deck + master prompt Zero-Illusion law; m4-only-profile definition_of_done.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Carry Zero-Illusion forward.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Every pillar deck assumes evidence before applause.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/deck/P01-vision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