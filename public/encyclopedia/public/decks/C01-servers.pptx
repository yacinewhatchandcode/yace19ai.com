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SERVERS.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SERVERS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servers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/deck/C01-servers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servers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/deck/C01-servers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