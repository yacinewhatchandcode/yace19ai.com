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CALLER.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caller.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CALLER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caller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/deck/C01-caller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/deck/C01-caller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