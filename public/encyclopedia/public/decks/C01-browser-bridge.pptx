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browser-bridge.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BROWSER-BRIDGE.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browser-bridge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C01-BROWSER-BRIDGE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browser-bridge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browser-bridge.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BROWSER-BRIDGE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BROWSER-BRIDGE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browser-bridge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/deck/C01-browser-bridge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browser-bridge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96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/deck/C01-browser-bridge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