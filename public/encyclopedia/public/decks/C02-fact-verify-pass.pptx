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fact-verify-pass.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FACT_VERIFY_PASS.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fact-verify-pass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C02-FACT-VERIFY-PASS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fact-verify-pass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fact-verify-pass.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FACT-VERIFY-PASS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FACT_VERIFY_PASS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fact-verify-pass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/deck/C02-fact-verify-pass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fact-verify-pass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/deck/C02-fact-verify-pass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