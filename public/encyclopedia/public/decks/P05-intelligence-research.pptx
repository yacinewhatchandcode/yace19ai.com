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RESEARCH.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is woken by Command when the mission needs intelligence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P05-INTELLIGENCE-RESEARCH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Research serves the intelligence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RESEARCH  · 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intelligence.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Research is woken by Command when the mission needs intelligence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P05-intelligence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/deck/P05-intelligence-research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external/hermes-agent-mirror, external/hermes-agent-saf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agents/intelligence/research/role.yaml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P05-intelligence.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/deck/P05-intelligence-research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