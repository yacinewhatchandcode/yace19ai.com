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Execution wing — eight roles, verify before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EXECUTION.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Artifacts appear here; done is still downstream.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Build, assure, publish, record — four execution motions.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agents/execution/* role.yaml and linked external surfaces.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Eight execution roles build, test, ship, and document — under verification before done.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EXECUTION  ·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build wing: code, QA, browser automation, DevOps, content, outreach, reports, documents.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Execution is where artifacts appear. Nothing ships without QA and Verification sign-off.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Build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 and DevOps produce changes in repo and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Assure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QA and Playwright exercise behavior with reproducible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Publish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Content, Outreach, and Reporting reach humans with evidence attached.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Record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 role archives decisions and outputs for later audit.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Approved mission packet
Repo and runtime access
Acceptance 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Code or content artifact
Test evidence
Handoff to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fleet-registry.yaml layers.execution — eight roles with home paths under agents/execution/.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P06-execution-coding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P06-execution-qa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P06-execution-playwright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Playwright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P06-execution-devops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DevOps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P06-execution-content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P06-execution-outreach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P06-execution-reporting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0000" y="4032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P06-execution-document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Document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an execution role.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Pick Coding or QA first if the audience is technical; Content if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