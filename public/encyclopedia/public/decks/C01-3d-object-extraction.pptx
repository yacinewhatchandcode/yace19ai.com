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3d-object-extraction.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3D-OBJECT-EXTRACTION.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3d-object-extraction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C01-3D-OBJECT-EXTRACTION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3d-object-extraction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3d-object-extraction.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3D-OBJECT-EXTRACTION  · 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3D-OBJECT-EXTRACTION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lane=vision · model=qwen3-vl:8b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3d-object-extraction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/deck/C01-3d-object-extraction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3d-object-extraction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qwen3-vl:8b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/deck/C01-3d-object-extraction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