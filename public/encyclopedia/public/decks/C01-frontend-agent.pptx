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frontend-agent.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FRONTEND-AGENT.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C01-FRONTEND-AGENT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frontend-agent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frontend-agent.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FRONTEND-AGENT  · 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FRONTEND-AGENT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lane=coding · model=qwen3-coder:30b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frontend-agent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/deck/C01-frontend-agent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frontend-agent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qwen3-coder:30b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168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/deck/C01-frontend-agent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