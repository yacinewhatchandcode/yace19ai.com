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cogvideox.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COGVIDEOX.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cogvideox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C01-COGVIDEOX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cogvideox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cogvideox.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COGVIDEOX  · 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COGVIDEOX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lane=vision · model=qwen3-vl:8b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cogvideox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/deck/C01-cogvideox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cogvideox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qwen3-vl:8b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/deck/C01-cogvideox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