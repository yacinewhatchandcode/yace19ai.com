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AI-ARCHITECTURE.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ai-architecture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AI-ARCHITECTURE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ai-architecture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