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— four roles, the done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VERIFICATION.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Immune system metaphor — calm,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Fact-check, secure, critique, collect — four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agents/verification/* and evidence paths in m4-only-profile.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P07-VERIFICATION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Four verification roles challenge output — the immune system of Zero-Illusion.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VERIFICATION  ·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Second voice required: facts checked, security scanned, output critiqued, evidence filed.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Verification is not optional polish. It is the gate between draft and done.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/deck/P07-verification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Fact-check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 Verifier traces claims to sources or marks them unverified.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Secure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 Auditor scans for secrets, unsafe patterns, and policy 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Critique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 Critic reads for logic gaps, tone drift, and overconfidence.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Collect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Collector stores artifacts, hashes, and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Draft artifact from Execution or Intelligence
Source material
Policy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Pass, fail, or revise verdict
Evidence bundle
Challenge notes for Command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fleet-registry.yaml layers.verification — four roles; aligns with Zero-Illusion in CEO vision.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P07-verification-fact_verifier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Fact Verifier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P07-verification-security_auditor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 Auditor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P07-verification-output_critic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Output Critic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P07-verification-evidence_collector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Collector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 verification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Show Fact Verifier first for non-technical audiences.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/deck/P07-verification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