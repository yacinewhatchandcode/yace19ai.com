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ORB — control plane story for technical audiences.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GITHUB.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ORB as binding fabric, not passive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Anchor, mirror, wire MCP, audit — four ORB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github_url and cross_links in fleet-registry.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P16-GITHUB-ORB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 ORB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GitHub Prime-ai-ORB — remote control plane and mirror ecosystem for the fleet.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GITHUB  ·  ORB  ·  REMOTE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Yacinewhatchandcode/Prime-ai-ORB repo binds code, MCP remotes, and upgrade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ORB is not just storage — it is how external stacks, mirrors, and MCP servers link back to M4.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/deck/P16-github-orb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Anchor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github_repo in fleet-registry points every upgrade path to one org.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Mirror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external/* surfaces clone upstream tools with sovereign boundaries.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Wire MCP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Remote MCP repos (sovereign-fleet, prime-router, imac-ssh) list in registry.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Audit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docs/ecosystem/GITHUB-ECOSYSTEM-UPGRADE-AUDIT tracks drift and upgrades.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GitHub remotes
github-stack-registry.yaml
Ecosystem audit doc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Clone and upgrade map
MCP remote URLs
Drift visibility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 github_url and cross_links; config/github-orb-remote.yaml.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 lives in ORB.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Cross-link MCP pillar for live localhost surfaces.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/deck/P16-github-orb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