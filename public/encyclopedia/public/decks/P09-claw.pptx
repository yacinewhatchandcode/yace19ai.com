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CLAW — Claw 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CLAW.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CLAW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CLAW — Claw 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Claw Coder — code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CLAW  ·  code_generation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coding · model qwen2.5-coder:7b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CLAW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/deck/P09-claw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filesystem, github,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prime.frontier.CLAW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