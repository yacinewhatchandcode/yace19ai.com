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Mission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PATTERN.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Patterns are recipes — not permanent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mission shapes for the kernel.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PATTERN  · 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Named workflows the fleet repeats.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Patterns are recipes — not permanent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C00-census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Name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Stable pattern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Trigger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When Command should open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Stay within 6/12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Evidence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End with a proof pack.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Verified artifact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Listed in Tier C generator MISSION_PATTERNS.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C02-url-swarm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url-swarm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C02-capacity-6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capacity-6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C02-capacity-12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capacity-12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C02-frontier-dispatch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frontier-dispatch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C02-evidence-pack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evidence-pack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C02-qa-landing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qa-landing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C02-research-scan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research-scan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C02-security-gate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security-gate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the next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Return to the master tree or continue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