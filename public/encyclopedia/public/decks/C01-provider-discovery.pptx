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provider-discovery.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PROVIDER-DISCOVERY.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provider-discovery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C01-PROVIDER-DISCOVERY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provider-discovery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provider-discovery.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PROVIDER-DISCOVERY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PROVIDER-DISCOVERY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provider-discovery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/deck/C01-provider-discovery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provider-discovery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/deck/C01-provider-discovery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