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compute-optimizer.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COMPUTE-OPTIMIZER.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compute-optimizer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C01-COMPUTE-OPTIMIZER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compute-optimizer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compute-optimizer.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COMPUTE-OPTIMIZER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COMPUTE-OPTIMIZER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compute-optimizer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/deck/C01-compute-optimizer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compute-optimizer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123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/deck/C01-compute-optimizer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