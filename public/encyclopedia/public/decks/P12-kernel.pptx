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pillar — phased pipeline, not single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KERNEL.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 conversation with gates — calm systems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Intent, plan/research, schedule, close — four phase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cognitive-kernel mission layout and registry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Cognitive Kernel and 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cognitive kernel runs missions in phases — from intent to evidence, on the bus.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KERNEL  ·  MISSION  ·  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pipeline: intent, plan, research, schedule, departments, prompts, consensus, learn, accept,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 mission is not one prompt. It is a phased bus conversation with explicit acceptance and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/deck/P12-kernel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Intent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Capture what success looks like before any agent wakes.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Plan &amp; research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Planner and Research phases shape work before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Schedule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Scheduler respects six-awake and twelve-per-mission caps.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Close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Acceptance and Evidence phases gate the done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Raw operator intent
Policy and capacity limits
Prior mission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Phased mission run
Consensus record
Evidence bundle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missions/cognitive-kernel/ phase modules; ten leaf decks under P12-kernel in registry.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P12-intent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P12-planner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P12-research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P12-fleet-scheduler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Fleet Scheduler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P12-departments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Departments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P12-prompt-pipeline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Prompt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P12-consensus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Consensus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P12-learning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 kernel phase.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Walk Intent → Planner → Acceptance for a full mission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/deck/P12-kernel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