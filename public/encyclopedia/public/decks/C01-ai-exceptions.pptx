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ai-exceptions.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AI-EXCEPTIONS.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ai-exceptions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C01-AI-EXCEPTIONS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ai-exceptions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ai-exceptions.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AI-EXCEPTIONS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AI-EXCEPTIONS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ai-exceptions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/deck/C01-ai-exceptions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ai-exceptions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57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/deck/C01-ai-exceptions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