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dry-run-sovereign.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DRY-RUN-SOVEREIGN.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dry-run-sovereign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C01-DRY-RUN-SOVEREIGN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dry-run-sovereign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dry-run-sovereign.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DRY-RUN-SOVEREIGN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DRY-RUN-SOVEREIGN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dry-run-sovereign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/deck/C01-dry-run-sovereign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dry-run-sovereign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156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/deck/C01-dry-run-sovereign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