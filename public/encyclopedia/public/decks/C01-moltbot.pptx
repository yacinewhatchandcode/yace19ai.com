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moltbot.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MOLTBOT.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moltbot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C01-MOLTBOT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moltbot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moltbot.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MOLTBOT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MOLTBOT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moltbot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/deck/C01-moltbot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moltbot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/deck/C01-moltbot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