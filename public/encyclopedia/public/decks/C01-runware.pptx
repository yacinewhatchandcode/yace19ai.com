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runware.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RUNWARE.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runware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C01-RUNWARE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runware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runware.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RUNWARE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RUNWARE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runware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/deck/C01-runware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runware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283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/deck/C01-runware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