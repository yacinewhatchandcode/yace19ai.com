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hybrid-infrastructure-agent.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HYBRID-INFRASTRUCTURE-AGENT.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hybrid-infrastructure-agent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C01-HYBRID-INFRASTRUCTURE-AGENT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hybrid-infrastructure-agent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hybrid-infrastructure-agent.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HYBRID-INFRASTRUCTURE-AG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HYBRID-INFRASTRUCTURE-AGENT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hybrid-infrastructure-agent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/deck/C01-hybrid-infrastructure-agent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hybrid-infrastructure-agent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/deck/C01-hybrid-infrastructure-agent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