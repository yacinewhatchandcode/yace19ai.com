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multi-provider-router.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MULTI-PROVIDER-ROUTER.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multi-provider-router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C01-MULTI-PROVIDER-ROUTER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multi-provider-router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multi-provider-router.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MULTI-PROVIDER-ROUTER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MULTI-PROVIDER-ROUTER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multi-provider-router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/deck/C01-multi-provider-router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multi-provider-router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/deck/C01-multi-provider-router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