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supabase-mcp.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SUPABASE-MCP.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supabase-mcp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C01-SUPABASE-MCP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supabase-mcp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supabase-mcp.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SUPABASE-MCP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SUPABASE-MCP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supabase-mcp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/deck/C01-supabase-mcp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supabase-mcp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315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/deck/C01-supabase-mcp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