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ORACLE — Oracle Architect.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ORACLE.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is a named mind-style on the M4, not a separate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P09-ORACLE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ORACLE — Oracle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Oracle Architect — architecture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ORACLE  ·  architecture_verification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ORACLE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 reasoning · model gpt-oss:20b · node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ORACLE is a named mind-style on the M4, not a separate company.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P09-frontier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/deck/P09-oracle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architecture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command,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ollama, neo4j, qdrant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prime.frontier.ORACLE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 subject
Mission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result
Lane telemetry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frontier-multi-agent.json wiring · node_wiring.m4 includes this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Back to Frontier pillar.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Compare with OMNI when the ask spans modalities.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/deck/P09-oracle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