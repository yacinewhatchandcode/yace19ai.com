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nvidia-gpu-expert.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NVIDIA-GPU-EXPERT.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nvidia-gpu-expert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C01-NVIDIA-GPU-EXPERT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nvidia-gpu-expert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nvidia-gpu-expert.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NVIDIA-GPU-EXPERT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NVIDIA-GPU-EXPERT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nvidia-gpu-expert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/deck/C01-nvidia-gpu-expert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nvidia-gpu-expert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231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/deck/C01-nvidia-gpu-expert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