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capacity-6.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CAPACITY_6.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capacity-6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C02-CAPACITY-6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capacity-6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capacity-6.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CAPACITY-6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CAPACITY_6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capacity-6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/deck/C02-capacity-6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capacity-6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/deck/C02-capacity-6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