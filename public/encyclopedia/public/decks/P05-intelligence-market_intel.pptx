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Market Intel.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MARKET-INTEL.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Intel is woken by Command when the mission needs intelligence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P05-INTELLIGENCE-MARKET_INTEL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Market Intel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Market Intel serves the intelligence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MARKET-INTEL  · 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MARKET-INTEL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intelligence.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Market Intel is woken by Command when the mission needs intelligence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P05-intelligence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/deck/P05-intelligence-market_intel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Market Intel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external/SovereignAgentFleet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agents/intelligence/market_intel/role.yaml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P05-intelligence.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/deck/P05-intelligence-market_intel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