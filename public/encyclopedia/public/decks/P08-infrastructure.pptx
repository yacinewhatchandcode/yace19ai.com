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Infra department — small today, honest about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INFRASTRUCTURE.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Night watch on localhost — no cloud pretend.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Watch, report, label deferred, bridge — four infra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required_live ports in m4-only-profile.yaml.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P08-INFRASTRUCTURE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Infrastructure Department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Infrastructure keeps the house lit — health, ports, and honest deferred labels.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INFRASTRUCTURE  · 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One active infra role today: Fleet Sentinel watches localhost services on M4.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Sentinel is the night watch: Ollama, NATS, memory stores, Command Center — all on 127.0.0.1.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/deck/P08-infrastructure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Watch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 Sentinel monitors required_live ports from m4-only-profile.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Report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Health signals go to Command — not silent failure.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Label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Deferred nodes (iMac, Pi5, NAS, VPS) stay marked deferred.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Bridge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Connects ZeroClaw and MCP surfaces when infra is healthy.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localhost port checks
ZeroClaw telemetry
MCP health probes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Health status
Alert to Command
Evidence for acceptance missions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fleet-registry layers.infrastructure.fleet_sentinel; m4-only-profile required_live list.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2520000" cy="1655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P08-infrastructure-fleet_sentinel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Fleet Sentinel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 Fleet Sentinel.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The leaf deck details the one active infra role on M4.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/deck/P08-infrastructure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