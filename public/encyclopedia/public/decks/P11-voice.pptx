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Voice Orb 7072.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VOICE.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Voice Orb 7072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P11-VOICE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Voice Orb 7072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Voice Orb 7072.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Localhost services that keep the house 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Voice Orb 7072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P11-substrate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/deck/P11-voice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Voice Orb 7072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P11-substrate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/deck/P11-voice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