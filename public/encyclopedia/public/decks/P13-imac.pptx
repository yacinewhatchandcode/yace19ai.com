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Node — IMAC.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IMAC.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— IMAC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P13-IMAC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Node — IMAC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Node — IMAC.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Machine placement — only M4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Node — IMAC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P13-nodes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/deck/P13-imac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Node — IMAC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P13-nodes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/deck/P13-imac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