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Qdrant 6333.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QDRANT.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Qdrant 6333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P11-QDRANT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Qdrant 6333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Qdrant 6333.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QDRANT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QDRANT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Localhost services that keep the house 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Qdrant 6333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P11-substrate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/deck/P11-qdrant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Qdrant 6333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P11-substrate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/deck/P11-qdrant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