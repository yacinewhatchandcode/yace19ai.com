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url-swarm.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URL_SWARM.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url-swarm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C02-URL-SWARM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url-swarm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url-swarm.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URL-SWARM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URL_SWARM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url-swarm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/deck/C02-url-swarm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url-swarm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/deck/C02-url-swarm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