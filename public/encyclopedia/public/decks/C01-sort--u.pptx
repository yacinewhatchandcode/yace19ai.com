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sort--u.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SORT--U.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sort--u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C01-SORT--U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sort--u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sort--u.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SORT--U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SORT--U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sort--u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/deck/C01-sort--u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sort--u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/deck/C01-sort--u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