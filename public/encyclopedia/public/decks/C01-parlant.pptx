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parlant.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PARLANT.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parlant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C01-PARLANT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parlant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parlant.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PARLANT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PARLANT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parlant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/deck/C01-parlant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parlant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247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/deck/C01-parlant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