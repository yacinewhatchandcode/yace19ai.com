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github-indexer.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GITHUB-INDEXER.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github-indexer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C01-GITHUB-INDEXER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github-indexer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github-indexer.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GITHUB-INDEXER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github-indexer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/deck/C01-github-indexer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github-indexer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/deck/C01-github-indexer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