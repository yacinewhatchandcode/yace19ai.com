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Node — PI5.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PI5.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 — PI5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P13-PI5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 — PI5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Node — PI5.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PI5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PI5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Machine placement — only M4 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Node — PI5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P13-nodes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/deck/P13-pi5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Node — PI5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P13-nodes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/deck/P13-pi5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