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pixeltable.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PIXELTABLE.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pixeltable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C01-PIXELTABLE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pixeltable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pixeltable.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PIXELTABLE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PIXELTABLE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pixeltable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/deck/C01-pixeltable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pixeltable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253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/deck/C01-pixeltable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