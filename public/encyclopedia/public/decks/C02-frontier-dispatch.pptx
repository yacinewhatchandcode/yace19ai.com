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Pattern — frontier-dispatch.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FRONTIER_DISPATCH.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frontier-dispatch when Command compiles a matching 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C02-FRONTIER-DISPATCH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— frontier-dispatch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Mission pattern frontier-dispatch.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FRONTIER-DISPATCH  · 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FRONTIER_DISPATCH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Reusable workflow leaf under the kernel.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 frontier-dispatch when Command compiles a matching mission.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C02-patterns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/deck/C02-frontier-dispatch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Pattern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frontier-dispatch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Owner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Command + kernel phases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Budget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≤12 seats, ≤6 awake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Exit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Evidence + acceptance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Compiled mission
Capacity headroom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Pattern run log
Evidence pack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C pattern library — operational recipe.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C02-patterns.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 jump to a related Tier B pillar.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/deck/C02-frontier-dispatch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