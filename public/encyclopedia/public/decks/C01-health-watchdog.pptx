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health-watchdog.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HEALTH-WATCHDOG.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health-watchdog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C01-HEALTH-WATCHDOG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health-watchdog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health-watchdog.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HEALTH-WATCHDOG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HEALTH-WATCHDOG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health-watchdog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/deck/C01-health-watchdog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health-watchdog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182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/deck/C01-health-watchdog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