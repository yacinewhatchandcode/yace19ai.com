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speech-to-speech.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SPEECH-TO-SPEECH.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speech-to-speech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C01-SPEECH-TO-SPEECH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speech-to-speech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speech-to-speech.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SPEECH-TO-SPEECH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SPEECH-TO-SPEECH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speech-to-speech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/deck/C01-speech-to-speech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speech-to-speech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312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/deck/C01-speech-to-speech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