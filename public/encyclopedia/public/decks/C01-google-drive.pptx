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google-drive.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GOOGLE-DRIVE.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google-drive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C01-GOOGLE-DRIVE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google-drive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google-drive.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GOOGLE-DRIVE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GOOGLE-DRIVE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google-drive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/deck/C01-google-drive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google-drive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/deck/C01-google-drive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