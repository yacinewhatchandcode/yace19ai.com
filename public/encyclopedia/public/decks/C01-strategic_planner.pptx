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strategic_planner.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STRATEGIC_PLANNER.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strategic_planner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C01-STRATEGIC_PLANNER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strategic_planner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strategic_planner.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STRATEGIC_PLANNER  · 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STRATEGIC_PLANNER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lane=reasoning · model=gpt-oss:20b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strategic_planner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/deck/C01-strategic_planner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strategic_planner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reasoning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gpt-oss:20b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22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/deck/C01-strategic_planner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