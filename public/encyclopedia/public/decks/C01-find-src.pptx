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find-src.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FIND-SRC.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find-src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C01-FIND-SRC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find-src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find-src.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FIND-SRC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FIND-SRC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find-src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/deck/C01-find-src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find-src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/deck/C01-find-src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