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open-interpreter.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OPEN-INTERPRETER.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open-interpreter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C01-OPEN-INTERPRETER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open-interpreter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open-interpreter.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OPEN-INTERPRETER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OPEN-INTERPRETER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open-interpreter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/deck/C01-open-interpreter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open-interpreter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237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/deck/C01-open-interpreter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