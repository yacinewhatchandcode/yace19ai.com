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Kernel — Fleet Scheduler.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FLEET-SCHEDULER.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Kernel — Fleet Scheduler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P12-FLEET-SCHEDULER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Kernel — Fleet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Kernel — Fleet Scheduler.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FLEET-SCHEDULER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FLEET-SCHEDULER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phases from intent to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Kernel — Fleet Scheduler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P12-kernel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/deck/P12-fleet-scheduler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Kernel — Fleet Scheduler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P12-kernel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/deck/P12-fleet-scheduler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