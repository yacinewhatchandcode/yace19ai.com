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Ollama 11434.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OLLAMA.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11434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11434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Ollama 11434.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Ollama 11434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/deck/P11-ollama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Ollama 11434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