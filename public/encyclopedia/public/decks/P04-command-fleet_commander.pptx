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Fleet Commander.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FLEET-COMMANDER.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Fleet Commander is woken by Command when the mission needs command work — never alone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P04-COMMAND-FLEET_COMMANDER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Fleet Commander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Fleet Commander serves the command layer on the M4 command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FLEET-COMMANDER  ·  COMMAND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FLEET-COMMANDER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Job role in command. Capacity class: shared_model.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Fleet Commander is woken by Command when the mission needs command work — never alone forever.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P04-command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/deck/P04-command-fleet_commander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Fleet Commander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Surfaces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external/SovereignAgentFleet, external/sovereign-fleet-home, external/sovereign-fleet-mirror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Skills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bound skill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packet
NATS subject
Shared model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Role artifact
Evidence note
Handoff or challenge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6 simultaneously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12 per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Expose uncertainty — never fake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preferred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Bound via agents/command/fleet_commander/role.yaml and skills manifest.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P04-command.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a sibling role or climb to the department overview.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/deck/P04-command-fleet_commander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