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RESEND.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resend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C01-RESEND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resend.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RESEND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resend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/deck/C01-resend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/deck/C01-resend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