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piper.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PIPER.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C01-PIPER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piper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piper.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PIPER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PIPER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piper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/deck/C01-piper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piper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252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/deck/C01-piper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