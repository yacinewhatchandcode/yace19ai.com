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playwright.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PLAYWRIGHT.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playwright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playwright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playwright.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PLAYWRIGHT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playwright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/deck/C01-playwright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/deck/C01-playwright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