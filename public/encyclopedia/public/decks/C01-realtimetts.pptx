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realtimetts.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REALTIMETTS.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realtimetts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C01-REALTIMETTS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realtimetts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realtimetts.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REALTIMETTS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realtimetts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/deck/C01-realtimetts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/deck/C01-realtimetts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