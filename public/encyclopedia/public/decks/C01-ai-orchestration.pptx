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ai-orchestration.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AI-ORCHESTRATION.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ai-orchestration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C01-AI-ORCHESTRATION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ai-orchestration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ai-orchestration.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AI-ORCHESTRATION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AI-ORCHESTRATION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ai-orchestration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/deck/C01-ai-orchestration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ai-orchestration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70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/deck/C01-ai-orchestration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