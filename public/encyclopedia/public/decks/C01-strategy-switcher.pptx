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strategy-switcher.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STRATEGY-SWITCHER.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strategy-switcher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C01-STRATEGY-SWITCHER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strategy-switcher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strategy-switcher.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STRATEGY-SWITCHER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STRATEGY-SWITCHER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strategy-switcher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/deck/C01-strategy-switcher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strategy-switcher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/deck/C01-strategy-switcher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