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main.rs.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MAIN.RS.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main.rs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C01-MAIN-RS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main.rs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main.rs.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MAIN.RS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MAIN.RS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main.rs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/deck/C01-main-rs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main.rs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203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/deck/C01-main-rs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