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observer-agent.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OBSERVER-AGENT.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observer-agent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C01-OBSERVER-AGENT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observer-agent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observer-agent.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OBSERVER-AGENT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OBSERVER-AGENT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observer-agent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/deck/C01-observer-agent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observer-agent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/deck/C01-observer-agent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