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ZERO — Zero Scout.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ZERO.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 is a named mind-style on the M4, not a separate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P09-ZERO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ZERO — Zero Scout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Zero Scout — classification scout.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ZERO  ·  classification_scout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ZERO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 fast · model qwen3:8b · node m4.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ZERO is a named mind-style on the M4, not a separate company.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P09-frontier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/deck/P09-zero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Role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classification scout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Layers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command, intelligence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MCP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ollama, nats, browser-use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Bus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prime.frontier.ZERO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Frontier subject
Mission context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result
Lane telemetry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frontier-multi-agent.json wiring · node_wiring.m4 includes this id.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Back to Frontier pillar.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Compare with OMNI when the ask spans modalities.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/deck/P09-zero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