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deep-infra.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DEEP-INFRA.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deep-infra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C01-DEEP-INFRA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deep-infra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deep-infra.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DEEP-INFRA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DEEP-INFRA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deep-infra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/deck/C01-deep-infra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deep-infra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/deck/C01-deep-infra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