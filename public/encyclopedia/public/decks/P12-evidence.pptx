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Kernel —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EVIDENCE.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Kernel — Evidence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P12-EVIDENCE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Kernel —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phases from intent to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Kernel — Evidence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P12-kernel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/deck/P12-evidence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Kernel — Evidence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P12-kernel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/deck/P12-evidence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