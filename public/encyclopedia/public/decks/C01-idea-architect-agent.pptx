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idea-architect-agent.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IDEA-ARCHITECT-AGENT.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idea-architect-agent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C01-IDEA-ARCHITECT-AGENT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idea-architect-agent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idea-architect-agent.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IDEA-ARCHITECT-AGENT  · 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IDEA-ARCHITECT-AGENT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lane=reasoning · model=gpt-oss:20b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idea-architect-agent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/deck/C01-idea-architect-agent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idea-architect-agent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reasoning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gpt-oss:20b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190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/deck/C01-idea-architect-agent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