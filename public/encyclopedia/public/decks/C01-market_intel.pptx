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market_intel.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MARKET_INTEL.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market_intel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C01-MARKET_INTEL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market_intel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market_intel.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MARKET_INTEL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MARKET_INTEL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market_intel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/deck/C01-market_intel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market_intel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/deck/C01-market_intel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