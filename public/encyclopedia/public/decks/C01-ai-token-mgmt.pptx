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ai-token-mgmt.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AI-TOKEN-MGMT.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ai-token-mgmt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C01-AI-TOKEN-MGMT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ai-token-mgmt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ai-token-mgmt.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AI-TOKEN-MGMT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AI-TOKEN-MGMT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ai-token-mgmt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/deck/C01-ai-token-mgmt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ai-token-mgmt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/deck/C01-ai-token-mgmt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