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liveavatar.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LIVEAVATAR.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liveavatar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C01-LIVEAVATAR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liveavatar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liveavatar.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LIVEAVATAR  ·  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LIVEAVATAR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lane=vision · model=qwen3-vl:8b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liveavatar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/deck/C01-liveavatar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liveavatar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vision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qwen3-vl:8b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199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/deck/C01-liveavatar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