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camel-ai.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CAMEL-AI.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camel-ai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C01-CAMEL-AI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camel-ai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camel-ai.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CAMEL-AI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CAMEL-AI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camel-ai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/deck/C01-camel-ai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camel-ai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103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/deck/C01-camel-ai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