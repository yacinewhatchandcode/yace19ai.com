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haystack.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HAYSTACK.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haystack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C01-HAYSTACK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haystack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haystack.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HAYSTACK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HAYSTACK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haystack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/deck/C01-haystack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haystack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180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/deck/C01-haystack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