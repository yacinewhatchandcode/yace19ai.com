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Workflow 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WORKFLOW-ORCHESTRATOR.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Orchestrator is woken by Command when the mission needs command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P04-COMMAND-WORKFLOW_ORCHESTRATOR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Workflow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Workflow Orchestrator serves the command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WORKFLOW-ORCHESTRATOR  · 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WORKFLOW-ORCHESTRATOR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command.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Workflow Orchestrator is woken by Command when the mission needs command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P04-command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/deck/P04-command-workflow_orchestrator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Workflow 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external/sovereign-fleet-home, external/Agentic_Repo_Orchestration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agents/command/workflow_orchestrator/role.yaml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P04-command.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/deck/P04-command-workflow_orchestrator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