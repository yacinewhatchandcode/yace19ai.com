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export-report-v95.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EXPORT-REPORT-V95.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export-report-v95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C01-EXPORT-REPORT-V95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export-report-v95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export-report-v95.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EXPORT-REPORT-V95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EXPORT-REPORT-V95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export-report-v95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/deck/C01-export-report-v95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export-report-v95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/deck/C01-export-report-v95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