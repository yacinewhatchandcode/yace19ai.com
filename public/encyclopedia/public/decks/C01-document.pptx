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DOCUMENT.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document.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DOCUMENT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document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/deck/C01-document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