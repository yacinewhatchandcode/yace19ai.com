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agenty-bridge.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AGENTY-BRIDGE.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agenty-bridge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C01-AGENTY-BRIDGE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agenty-bridge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agenty-bridge.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AGENTY-BRIDGE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AGENTY-BRIDGE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agenty-bridge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/deck/C01-agenty-bridge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agenty-bridge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40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/deck/C01-agenty-bridge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