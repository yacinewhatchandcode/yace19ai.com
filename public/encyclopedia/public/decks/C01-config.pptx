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CONFIG.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config.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CONFIG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config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/deck/C01-config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/deck/C01-config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