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langgraph.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LANGGRAPH.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langgraph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langgraph.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LANGGRAPH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langgraph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/deck/C01-langgraph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langgraph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/deck/C01-langgraph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