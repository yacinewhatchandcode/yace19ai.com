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research-service.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RESEARCH-SERVICE.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research-service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C01-RESEARCH-SERVICE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research-service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research-service.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RESEARCH-SERVICE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RESEARCH-SERVICE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research-service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/deck/C01-research-service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research-service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277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/deck/C01-research-service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