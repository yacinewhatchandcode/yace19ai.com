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 for Roster — ai-websearch.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the keyword AI-WEBSEARCH. One breath. Then continue.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ai-websearch is a registered universe seat. Wake only under capacity law.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Orient the audience in the arborescence before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AACI = Agent-to-Agent Communication Interface.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concrete jobs. No fluff.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Always show the contract: what enters, what leaves.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Rules beat slogans. Read them aloud.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Zero-illusion: no applause without proof.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card is a live branch on yace19ai.com.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a clear next click.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2000" y="251999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PRIME –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864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C01-AI-WEBSEARCH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1224000"/>
            <a:ext cx="10800000" cy="11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4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Roster — ai-websearch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2592000"/>
            <a:ext cx="1008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Census leaf for roster id ai-websearch.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5328000"/>
            <a:ext cx="4320000" cy="270000"/>
          </a:xfrm>
          <a:prstGeom prst="roundRect">
            <a:avLst>
              <a:gd name="adj" fmla="val 20000"/>
            </a:avLst>
          </a:prstGeom>
          <a:solidFill>
            <a:srgbClr val="F3F1EC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7A746C"/>
                </a:solidFill>
                <a:latin typeface="JetBrains Mono"/>
                <a:ea typeface="JetBrains Mono"/>
                <a:cs typeface="JetBrains Mono"/>
              </a:rPr>
              <a:t>AI-WEBSEARCH  ·  FAST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5903999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Tier B encyclopedia  ·  yace19ai.com  ·  M4-only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KEYWORD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26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5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AI-WEBSEARCH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lane=fast · model=qwen3:8b · status=online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one sentence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160000"/>
            <a:ext cx="1044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ai-websearch is a registered universe seat. Wake only under capacity law.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TREE SEAT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Where this sits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Parent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C01-roster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Kind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leaf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Pillar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Route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/deck/C01-ai-websearch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AACI LINK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agents hand off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Hub hears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8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Route chooses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4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Bus carries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works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6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05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Verify challenges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What this branch does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Id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ai-websearch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2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Lane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fast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Model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qwen3:8b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2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Dispatch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nats+mcp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and out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Receives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Mission needing this seat
Queue slot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Returns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result
Evidence note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Capacity and law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088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6 agents awake at once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0000" y="3024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12 agents on one mission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No done without a second voice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" y="4896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Local models preferred on M4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we know it is real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232000"/>
            <a:ext cx="1044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universe index 81 · capacity_class=queued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OPENS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Dynamic branches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520000"/>
            <a:ext cx="104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Leaf node — depth ends here. Return to parent.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44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2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Return to C01-roster.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Climb to C00 or open a mission pattern.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5832000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C9A15A"/>
                </a:solidFill>
                <a:latin typeface="JetBrains Mono"/>
                <a:ea typeface="JetBrains Mono"/>
                <a:cs typeface="JetBrains Mono"/>
              </a:rPr>
              <a:t>/deck/C01-ai-websearch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