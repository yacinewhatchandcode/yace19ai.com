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circuit-breaker.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CIRCUIT-BREAKER.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circuit-breaker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C01-CIRCUIT-BREAKER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circuit-breaker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circuit-breaker.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CIRCUIT-BREAKER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CIRCUIT-BREAKER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circuit-breaker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/deck/C01-circuit-breaker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circuit-breaker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109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/deck/C01-circuit-breaker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