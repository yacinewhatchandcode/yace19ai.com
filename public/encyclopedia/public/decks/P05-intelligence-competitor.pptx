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Competitor.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COMPETITOR.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Competitor is woken by Command when the mission needs intelligence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P05-INTELLIGENCE-COMPETITOR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Competitor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Competitor serves the intelligence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COMPETITOR  · 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COMPETITOR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intelligence.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Competitor is woken by Command when the mission needs intelligence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P05-intelligence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/deck/P05-intelligence-competitor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Competitor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external/SovereignAgentFleet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agents/intelligence/competitor/role.yaml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P05-intelligence.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/deck/P05-intelligence-competitor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