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Kernel — Departments.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DEPARTMENTS.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 — Departments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P12-DEPARTMENTS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Departments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Kernel — Departments.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DEPARTMENTS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DEPARTMENTS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phases from intent to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Kernel — Departments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P12-kernel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/deck/P12-departments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Kernel — Departments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P12-kernel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/deck/P12-departments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