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context-memory.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CONTEXT-MEMORY.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context-memory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C01-CONTEXT-MEMORY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context-memory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context-memory.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CONTEXT-MEMORY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CONTEXT-MEMORY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context-memory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/deck/C01-context-memory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context-memory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128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/deck/C01-context-memory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