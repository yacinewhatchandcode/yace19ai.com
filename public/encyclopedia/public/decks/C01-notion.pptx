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notion.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NOTION.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notion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C01-NOTION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notion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notion.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NOTION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notion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/deck/C01-notion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229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/deck/C01-notion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