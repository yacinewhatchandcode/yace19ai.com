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REPLICATE.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replicate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C01-REPLICATE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replicate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replicate.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REPLICATE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REPLICATE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replicate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/deck/C01-replicate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replicate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/deck/C01-replicate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