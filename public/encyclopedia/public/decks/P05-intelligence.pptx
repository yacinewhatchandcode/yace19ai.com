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Intel department — six desks, verification still required.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INTELLIGENCE.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Context supplier, not final judge.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Research, OSINT, market/competitor, synthesis — four intel motions.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agents/intelligence/* and hermes-agent surfaces where wired.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P05-INTELLIGENCE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Intelligence Department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Six intelligence roles gather, compare, and synthesize — never declare truth alone.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INTELLIGENCE  · 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The research wing: open sources, tech scans, markets, competitors, synthesis.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Intelligence supplies context. Verification still challenges every strong claim before close.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P00-master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pillar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P05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/deck/P05-intelligence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 the ask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Router picks the right desk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 bus carries the packet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Specialist does the work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Verification challenges the result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Research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Deep dives on topics with cited sources and explicit gaps.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OSINT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Open-source signals — labeled, dated, and uncertainty flagged.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Market &amp; competitor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Landscape maps without invented market-share numbers.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Synthesize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Knowledge Synthesis merges streams into one briefing for Command.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question
Source URLs and documents
Prior evidence in Qdrant/Neo4j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Intel brief
Source list
Handoff to Verification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At most six agents active at once on M4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At most twelve agents assigned to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claim of done without a challenger or evidence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Ollama models preferred over external APIs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fleet-registry.yaml layers.intelligence — six roles listed with primary_surfaces.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2520000" cy="1655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P05-intelligence-research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Research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160000"/>
            <a:ext cx="2520000" cy="1655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P05-intelligence-osint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OSINT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160000"/>
            <a:ext cx="2520000" cy="1655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P05-intelligence-tech_intel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Tech Intel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160000"/>
            <a:ext cx="2520000" cy="1655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P05-intelligence-market_intel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Market Intel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0000" y="4032000"/>
            <a:ext cx="2520000" cy="1655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P05-intelligence-competitor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Competitor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0000" y="4032000"/>
            <a:ext cx="2520000" cy="1655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P05-intelligence-knowledge_synthesis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Knowledge Synthesis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Open an intel role.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Each leaf deck is one specialist desk in the research wing.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/deck/P05-intelligence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