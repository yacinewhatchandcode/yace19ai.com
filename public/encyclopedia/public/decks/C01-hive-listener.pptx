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hive-listener.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HIVE-LISTENER.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hive-listener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C01-HIVE-LISTENER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hive-listener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hive-listener.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HIVE-LISTENER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HIVE-LISTENER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hive-listener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/deck/C01-hive-listener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hive-listener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185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/deck/C01-hive-listener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