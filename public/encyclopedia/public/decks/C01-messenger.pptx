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messenger.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MESSENGER.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messenger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C01-MESSENGER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messenger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messenger.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MESSENGER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MESSENGER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messenger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/deck/C01-messenger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messenger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211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/deck/C01-messenger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