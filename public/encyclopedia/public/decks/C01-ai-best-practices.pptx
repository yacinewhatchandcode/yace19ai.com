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ai-best-practices.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AI-BEST-PRACTICES.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ai-best-practices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C01-AI-BEST-PRACTICES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ai-best-practices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ai-best-practices.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AI-BEST-PRACTICES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AI-BEST-PRACTICES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ai-best-practices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/deck/C01-ai-best-practices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ai-best-practices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46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/deck/C01-ai-best-practices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