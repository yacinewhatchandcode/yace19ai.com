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google-drive-mcp.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GOOGLE-DRIVE-MCP.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google-drive-mcp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C01-GOOGLE-DRIVE-MCP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google-drive-mcp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google-drive-mcp.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GOOGLE-DRIVE-MCP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GOOGLE-DRIVE-MCP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google-drive-mcp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/deck/C01-google-drive-mcp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google-drive-mcp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174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/deck/C01-google-drive-mcp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