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crawler.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CRAWLER.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crawler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C01-CRAWLER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crawler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crawler.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CRAWLER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CRAWLER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crawler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/deck/C01-crawler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crawler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/deck/C01-crawler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