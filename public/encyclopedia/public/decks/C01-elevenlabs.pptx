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elevenlabs.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ELEVENLABS.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elevenlabs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C01-ELEVENLABS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elevenlabs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elevenlabs.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ELEVENLABS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ELEVENLABS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elevenlabs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/deck/C01-elevenlabs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elevenlabs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157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/deck/C01-elevenlabs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