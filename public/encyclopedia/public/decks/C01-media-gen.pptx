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media-gen.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MEDIA-GEN.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media-gen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C01-MEDIA-GEN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media-gen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media-gen.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MEDIA-GEN  · 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MEDIA-GEN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lane=vision · model=qwen3-vl:8b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media-gen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/deck/C01-media-gen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media-gen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qwen3-vl:8b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/deck/C01-media-gen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