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mem0.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MEM0.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mem0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C01-MEM0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mem0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mem0.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MEM0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MEM0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mem0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/deck/C01-mem0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mem0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/deck/C01-mem0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