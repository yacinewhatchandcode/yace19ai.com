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realtime-stt.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REALTIME-STT.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realtime-stt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C01-REALTIME-STT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realtime-stt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realtime-stt.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REALTIME-STT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REALTIME-STT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realtime-stt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/deck/C01-realtime-stt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realtime-stt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/deck/C01-realtime-stt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