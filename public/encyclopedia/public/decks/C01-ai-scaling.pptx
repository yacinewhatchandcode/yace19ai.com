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AI-SCALING.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ai-scaling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ai-scaling.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AI-SCALING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ai-scaling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/deck/C01-ai-scaling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