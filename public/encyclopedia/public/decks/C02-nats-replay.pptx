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nats-replay.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NATS_REPLAY.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nats-replay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C02-NATS-REPLAY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nats-replay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nats-replay.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NATS-REPLAY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NATS_REPLAY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nats-replay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/deck/C02-nats-replay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nats-replay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/deck/C02-nats-replay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