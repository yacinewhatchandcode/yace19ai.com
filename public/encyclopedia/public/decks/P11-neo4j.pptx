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Neo4j 7474.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NEO4J.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Neo4j 7474 is an openable branch in the Tier B tree — same visual grain as the Hub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P11-NEO4J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Neo4j 7474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Deep branch for Neo4j 7474.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NEO4J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NEO4J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Localhost services that keep the house lit.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Neo4j 7474 is an openable branch in the Tier B tree — same visual grain as the Hub story.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P11-substrate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/deck/P11-neo4j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Define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Clarify what Neo4j 7474 is responsible for.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Link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Show AACI handoffs into and out of this node.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Operate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State runtime seat on the M4-only profile.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Prove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Point to config, port, or registry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Parent branch context
Operator question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Concept clarity
Next branch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Tied to fleet registry / m4-only profile / live localhost policy.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Climb or continue.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Parent: P11-substrate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/deck/P11-neo4j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