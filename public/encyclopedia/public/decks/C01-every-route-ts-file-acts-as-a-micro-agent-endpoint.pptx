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every-route.ts-file-acts-as-a-micro-agent-endpoint..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EVERY-ROUTE.TS-FILE-ACTS-AS-A-MI.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every-route.ts-file-acts-as-a-micro-agent-endpoint.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C01-EVERY-ROUTE-TS-FILE-ACTS-AS-A-MICRO-AGENT-ENDPOINT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every-route.ts-file-acts-as-a-micro-agent-endpoint.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every-route.ts-file-acts-as-a-micro-agent-endpoint..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EVERY-ROUTE.TS-FILE-ACTS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EVERY-ROUTE.TS-FILE-ACTS-AS-A-MI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every-route.ts-file-acts-as-a-micro-agent-endpoint.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/deck/C01-every-route-ts-file-acts-as-a-micro-agent-endpoint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every-route.ts-file-acts-as-a-micro-agent-endpoint.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/deck/C01-every-route-ts-file-acts-as-a-micro-agent-endpoint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