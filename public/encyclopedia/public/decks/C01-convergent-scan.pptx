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convergent-scan.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CONVERGENT-SCAN.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convergent-scan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C01-CONVERGENT-SCAN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convergent-scan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convergent-scan.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CONVERGENT-SCAN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CONVERGENT-SCAN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convergent-scan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/deck/C01-convergent-scan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convergent-scan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/deck/C01-convergent-scan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