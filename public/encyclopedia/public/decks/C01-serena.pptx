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serena.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SERENA.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serena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C01-SERENA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serena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serena.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SERENA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serena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/deck/C01-serena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serena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299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/deck/C01-serena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