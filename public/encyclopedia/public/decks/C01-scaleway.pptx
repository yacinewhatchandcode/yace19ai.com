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scaleway.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SCALEWAY.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scaleway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C01-SCALEWAY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scaleway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scaleway.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SCALEWAY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SCALEWAY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scaleway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/deck/C01-scaleway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scaleway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288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/deck/C01-scaleway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