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Command Center 7070.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COMMAND-CENTER.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 Center 7070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P11-COMMAND-CENTER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Center 7070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Command Center 7070.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COMMAND-CENTER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COMMAND-CENTER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Command Center 7070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/deck/P11-command-center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Command Center 7070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/deck/P11-command-center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