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qdrant.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QDRANT.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qdrant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C01-QDRANT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qdrant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qdrant.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QDRANT  ·  EMBEDDING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QDRANT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lane=embedding · model=embeddinggemma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qdrant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/deck/C01-qdrant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qdrant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embedding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embeddinggemma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260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/deck/C01-qdrant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