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sovereign-treasury.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SOVEREIGN-TREASURY.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sovereign-treasury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C01-SOVEREIGN-TREASURY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sovereign-treasury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sovereign-treasury.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SOVEREIGN-TREASURY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SOVEREIGN-TREASURY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sovereign-treasury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/deck/C01-sovereign-treasury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sovereign-treasury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311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/deck/C01-sovereign-treasury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