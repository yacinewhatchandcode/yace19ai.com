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siliconflow.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SILICONFLOW.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siliconflow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C01-SILICONFLOW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siliconflow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siliconflow.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SILICONFLOW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SILICONFLOW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siliconflow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/deck/C01-siliconflow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siliconflow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303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/deck/C01-siliconflow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