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memory-defragmentation-agent.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MEMORY-DEFRAGMENTATION-AGENT.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memory-defragmentation-agent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C01-MEMORY-DEFRAGMENTATION-AGENT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memory-defragmentation-agent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memory-defragmentation-agent.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MEMORY-DEFRAGMENTATION-A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MEMORY-DEFRAGMENTATION-AGENT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memory-defragmentation-agent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/deck/C01-memory-defragmentation-agent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memory-defragmentation-agent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/deck/C01-memory-defragmentation-agent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