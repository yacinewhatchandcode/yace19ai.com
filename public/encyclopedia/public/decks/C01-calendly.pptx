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calendly.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CALENDLY.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calendly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C01-CALENDLY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calendly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calendly.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CALENDLY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CALENDLY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calendly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/deck/C01-calendly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calendly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101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/deck/C01-calendly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