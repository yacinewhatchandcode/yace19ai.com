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bytebot.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BYTEBOT.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bytebot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C01-BYTEBOT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bytebot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bytebot.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BYTEBOT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BYTEBOT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bytebot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/deck/C01-bytebot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bytebot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/deck/C01-bytebot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