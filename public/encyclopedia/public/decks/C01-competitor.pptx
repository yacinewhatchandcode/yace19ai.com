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competitor.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COMPETITOR.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competitor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competitor.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COMPETITOR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competitor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/deck/C01-competitor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/deck/C01-competitor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