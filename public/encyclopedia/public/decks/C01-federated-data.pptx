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federated-data.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FEDERATED-DATA.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federated-data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C01-FEDERATED-DATA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federated-data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federated-data.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FEDERATED-DATA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FEDERATED-DATA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federated-data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/deck/C01-federated-data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federated-data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/deck/C01-federated-data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