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cognee.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COGNEE.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cognee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C01-COGNEE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cognee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cognee.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COGNEE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COGNEE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cognee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/deck/C01-cognee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cognee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/deck/C01-cognee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