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Kernel — Research.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RESEARCH.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Kernel — Research is an openable branch in the Tier B tree — same visual grain as the Hub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P12-RESEARCH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Kernel —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Deep branch for Kernel — Research.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Mission phases from intent to evidence.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Kernel — Research is an openable branch in the Tier B tree — same visual grain as the Hub story.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P12-kernel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/deck/P12-research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Specialist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Define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Clarify what Kernel — Research is responsible for.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Link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Show AACI handoffs into and out of this node.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Operate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State runtime seat on the M4-only profile.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Prove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Point to config, port, or registry evidence.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Parent branch context
Operator question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Concept clarity
Next branch suggestion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Tied to fleet registry / m4-only profile / live localhost policy.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Climb or continue.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Parent: P12-kernel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/deck/P12-research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