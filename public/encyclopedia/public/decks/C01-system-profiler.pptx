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system-profiler.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SYSTEM-PROFILER.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system-profiler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C01-SYSTEM-PROFILER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system-profiler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system-profiler.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SYSTEM-PROFILER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SYSTEM-PROFILER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system-profiler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/deck/C01-system-profiler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system-profiler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321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/deck/C01-system-profiler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