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sendgrid.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SENDGRID.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sendgrid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C01-SENDGRID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sendgrid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sendgrid.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SENDGRID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SENDGRID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sendgrid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/deck/C01-sendgrid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sendgrid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/deck/C01-sendgrid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