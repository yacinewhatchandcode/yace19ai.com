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secure-mcp.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SECURE-MCP.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secure-mcp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C01-SECURE-MCP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secure-mcp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secure-mcp.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SECURE-MCP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SECURE-MCP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secure-mcp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/deck/C01-secure-mcp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secure-mcp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292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/deck/C01-secure-mcp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