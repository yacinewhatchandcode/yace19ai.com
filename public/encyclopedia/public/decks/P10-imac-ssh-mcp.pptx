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iMac SSH MCP.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IMAC-SSH-MCP.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iMac SSH MCP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P10-IMAC-SSH-MCP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iMac SSH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iMac SSH MCP.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IMAC-SSH-MCP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IMAC-SSH-MCP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MCP is the shared plug under Messages.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iMac SSH MCP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P10-mcp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/deck/P10-imac-ssh-mcp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iMac SSH MCP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P10-mcp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/deck/P10-imac-ssh-mcp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