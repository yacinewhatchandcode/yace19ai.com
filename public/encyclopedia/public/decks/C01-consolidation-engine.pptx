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consolidation-engine.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CONSOLIDATION-ENGINE.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consolidation-engine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C01-CONSOLIDATION-ENGINE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consolidation-engine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consolidation-engine.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CONSOLIDATION-ENGINE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CONSOLIDATION-ENGINE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consolidation-engine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/deck/C01-consolidation-engine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consolidation-engine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126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/deck/C01-consolidation-engine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