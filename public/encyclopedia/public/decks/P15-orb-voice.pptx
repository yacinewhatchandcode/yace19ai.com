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Orb + design — sensory layer, not magic.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ORB.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Microphone and visual grain — human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Speak, show, style, boot — four experience jobs.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7072 proxy and design system file paths.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P15-ORB-VOICE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Orb Voice Design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Orb voice and cream-gold design — one sensory layer for sovereign interaction.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ORB  ·  VOICE  · 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ORB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Voice orb UI plus design system: calm, gold-accented, non-hype presentation grain.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The orb is the human-facing microphone and speaker; the design system keeps every deck visually coherent.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P00-master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pillar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/deck/P15-orb-voice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 the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Router picks the right desk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 bus carries the packet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Specialist does the work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Verification challenges the result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Speak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Voice orchestrator on 7072 — speech-to-speech via local proxy.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Show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Sovereign Orb App on desktop — visual anchor for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Style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prime-ai-design-system.yaml — cream, gold, ink, muted typography.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Boot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scripts/boot-voice-orb.sh wires voice when M4 profile is healthy.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Operator speech
Design system tokens
orb-central.m4.env config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Spoken responses
Consistent Tier B visuals
Session continuity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six agents active at once on M4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At most twelve agents assigned to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claim of done without a challenger or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Ollama models preferred over external APIs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m4-only-profile voice block; docs/presentations/prime-ai-design-system.yaml.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Experience matches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Beautiful surfaces still obey Zero-Illusion — voice does not imply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/deck/P15-orb-voice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