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pillar — evidence over branding.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EVIDENCE.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stack: verify, policy, record,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trust motions — no compliance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acceptance missions and verification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P14-TRUST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Trust Evidence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Trust is built from evidence, verification, and policy — not brand promises.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EVIDENCE  ·  VERIFY  · 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Every strong claim should trace to a source, hash, or reproducible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Governance, verification, and evidence collection form one trust stack — Zero-Illusion made operational.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/deck/P14-trust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Verify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department challenges before done.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Policy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 Controller and config policies set hard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Record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Collector and Qdrant acceptance store audit artifacts.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Deferred capabilities stay out of trust claims until wired.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Draft outputs
Policy YAML
Acceptance mission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Verdict with evidence
Audit trail
Explicit uncertainty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Zero-Illusion law; agents/verification/*; qdrant acceptance in m4-only-profile m4_complete_when.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Trust follows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Cross-link Verification pillar and Evidence kernel phase.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/deck/P14-trust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