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researcher.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RESEARCHER.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C01-RESEARCHER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researcher.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RESEARCHER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researcher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/deck/C01-researcher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/deck/C01-researcher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