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realtimestt.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REALTIMESTT.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realtimestt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C01-REALTIMESTT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realtimestt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realtimestt.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REALTIMESTT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REALTIMESTT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realtimestt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/deck/C01-realtimestt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realtimestt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270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/deck/C01-realtimestt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