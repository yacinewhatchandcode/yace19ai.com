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open-agents.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OPEN-AGENTS.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open-agents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C01-OPEN-AGENTS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open-agents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open-agents.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OPEN-AGENTS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OPEN-AGENTS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open-agents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/deck/C01-open-agents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open-agents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/deck/C01-open-agents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