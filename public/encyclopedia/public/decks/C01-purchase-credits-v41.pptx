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purchase-credits-v41.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PURCHASE-CREDITS-V41.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purchase-credits-v41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C01-PURCHASE-CREDITS-V41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purchase-credits-v41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purchase-credits-v41.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PURCHASE-CREDITS-V41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PURCHASE-CREDITS-V41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purchase-credits-v41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/deck/C01-purchase-credits-v41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purchase-credits-v41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/deck/C01-purchase-credits-v41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