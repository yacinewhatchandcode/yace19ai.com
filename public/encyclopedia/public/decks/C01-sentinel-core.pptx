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sentinel-core.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SENTINEL-CORE.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sentinel-core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C01-SENTINEL-CORE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sentinel-core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sentinel-core.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SENTINEL-CORE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SENTINEL-CORE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sentinel-core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/deck/C01-sentinel-core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sentinel-core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/deck/C01-sentinel-core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