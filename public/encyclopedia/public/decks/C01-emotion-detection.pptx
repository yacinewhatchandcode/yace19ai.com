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emotion-detection.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EMOTION-DETECTION.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emotion-detection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C01-EMOTION-DETECTION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emotion-detection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emotion-detection.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EMOTION-DETECTION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EMOTION-DETECTION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emotion-detection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/deck/C01-emotion-detection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emotion-detection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158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/deck/C01-emotion-detection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