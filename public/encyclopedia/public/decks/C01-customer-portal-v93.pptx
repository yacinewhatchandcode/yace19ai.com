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customer-portal-v93.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CUSTOMER-PORTAL-V93.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customer-portal-v93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C01-CUSTOMER-PORTAL-V93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customer-portal-v93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customer-portal-v93.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CUSTOMER-PORTAL-V93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CUSTOMER-PORTAL-V93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customer-portal-v93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/deck/C01-customer-portal-v93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customer-portal-v93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/deck/C01-customer-portal-v93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