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Node — SYNOLOGY.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SYNOLOGY.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 — SYNOLOGY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P13-SYNOLOGY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Node — SYNOLOGY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Node — SYNOLOGY.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SYNOLOGY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SYNOLOGY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Machine placement — only M4 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Node — SYNOLOGY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P13-nodes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/deck/P13-synology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Node — SYNOLOGY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P13-nodes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/deck/P13-synology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