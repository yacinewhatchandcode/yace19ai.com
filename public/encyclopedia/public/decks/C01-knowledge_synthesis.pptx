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knowledge_synthesis.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KNOWLEDGE_SYNTHESIS.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knowledge_synthesis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C01-KNOWLEDGE_SYNTHESIS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knowledge_synthesis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knowledge_synthesis.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KNOWLEDGE_SYNTHESIS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KNOWLEDGE_SYNTHESIS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knowledge_synthesis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/deck/C01-knowledge_synthesis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knowledge_synthesis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/deck/C01-knowledge_synthesis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