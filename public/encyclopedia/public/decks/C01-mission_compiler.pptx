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mission_compiler.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MISSION_COMPILER.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mission_compiler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C01-MISSION_COMPILER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mission_compiler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mission_compiler.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MISSION_COMPILER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MISSION_COMPILER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mission_compiler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/deck/C01-mission_compiler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mission_compiler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13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/deck/C01-mission_compiler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