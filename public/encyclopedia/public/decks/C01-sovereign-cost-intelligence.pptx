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sovereign-cost-intelligence.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SOVEREIGN-COST-INTELLIGENCE.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sovereign-cost-intelligence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C01-SOVEREIGN-COST-INTELLIGENCE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sovereign-cost-intelligence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sovereign-cost-intelligence.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SOVEREIGN-COST-INTELLIGE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SOVEREIGN-COST-INTELLIGENCE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sovereign-cost-intelligence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/deck/C01-sovereign-cost-intelligence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sovereign-cost-intelligence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/deck/C01-sovereign-cost-intelligence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