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convergent-scan-protocol.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CONVERGENT-SCAN-PROTOCOL.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convergent-scan-protocol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C01-CONVERGENT-SCAN-PROTOCOL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convergent-scan-protocol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convergent-scan-protocol.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CONVERGENT-SCAN-PROTOCOL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CONVERGENT-SCAN-PROTOCOL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convergent-scan-protocol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/deck/C01-convergent-scan-protocol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convergent-scan-protocol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130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/deck/C01-convergent-scan-protocol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