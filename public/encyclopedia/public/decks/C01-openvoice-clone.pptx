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openvoice-clone.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OPENVOICE-CLONE.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openvoice-clone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C01-OPENVOICE-CLONE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openvoice-clone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openvoice-clone.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OPENVOICE-CLONE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OPENVOICE-CLONE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openvoice-clone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/deck/C01-openvoice-clone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openvoice-clone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/deck/C01-openvoice-clone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