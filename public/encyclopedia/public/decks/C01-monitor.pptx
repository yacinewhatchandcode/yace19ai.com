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monitor.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MONITOR.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C01-MONITOR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monitor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monitor.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MONITOR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MONITOR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monitor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/deck/C01-monitor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monitor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220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/deck/C01-monitor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