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rag-quality.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RAG-QUALITY.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rag-quality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C01-RAG-QUALITY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rag-quality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rag-quality.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RAG-QUALITY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RAG-QUALITY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rag-quality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/deck/C01-rag-quality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rag-quality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264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/deck/C01-rag-quality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