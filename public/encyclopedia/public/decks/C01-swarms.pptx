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swarms.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SWARMS.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swarms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C01-SWARMS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swarms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swarms.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SWARMS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SWARMS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swarms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/deck/C01-swarms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swarms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318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/deck/C01-swarms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