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MID — Mid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MID.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P09-MID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MID — Mid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Mid Planner — mission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MID  ·  mission_planning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reasoning · model qwen3:14b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MID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/deck/P09-mid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nats, temporal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prime.frontier.MID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/deck/P09-mid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