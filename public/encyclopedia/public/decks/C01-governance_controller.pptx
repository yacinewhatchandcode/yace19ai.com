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governance_controller.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GOVERNANCE_CONTROLLER.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governance_controller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C01-GOVERNANCE_CONTROLLER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governance_controller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governance_controller.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GOVERNANCE_CONTROLLER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GOVERNANCE_CONTROLLER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governance_controller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/deck/C01-governance_controller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governance_controller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/deck/C01-governance_controller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