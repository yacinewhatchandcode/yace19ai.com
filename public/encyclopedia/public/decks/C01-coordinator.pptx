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coordinator.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COORDINATOR.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coordinator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C01-COORDINATOR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coordinator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coordinator.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COORDINATOR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COORDINATOR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coordinator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/deck/C01-coordinator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coordinator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131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/deck/C01-coordinator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