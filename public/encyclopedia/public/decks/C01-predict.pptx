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PREDICT.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predict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predict.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PREDICT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predict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/deck/C01-predict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predict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255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/deck/C01-predict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