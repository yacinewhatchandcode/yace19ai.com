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ai-flow-designer.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AI-FLOW-DESIGNER.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ai-flow-designer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C01-AI-FLOW-DESIGNER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ai-flow-designer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ai-flow-designer.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AI-FLOW-DESIGNER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AI-FLOW-DESIGNER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ai-flow-designer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/deck/C01-ai-flow-designer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ai-flow-designer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59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/deck/C01-ai-flow-designer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