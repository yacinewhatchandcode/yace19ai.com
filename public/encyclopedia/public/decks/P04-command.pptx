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Department overview — five roles, one tower metaphor.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COMMAND.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Air-traffic tower: compile before launch.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Compile, plan, orchestrate, govern — the command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to agents/command/* role.yaml files.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P04-COMMAND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Command Department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Five command roles turn intent into routed missions the fleet can execute.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COMMAND  · 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COMMAND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The executive wing — compile, plan, orchestrate, and govern before work spreads.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Command is the air-traffic tower: nothing launches without a compiled mission and a governance check.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P00-master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pillar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/deck/P04-command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 the ask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Router picks the right desk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 bus carries the packet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Specialist does the 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Verification challenges the result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Compile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Compiler turns plain language into structured mission packets.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Plan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Strategic Planner and Fleet Commander set priority and resource posture.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Orchestrate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Workflow Orchestrator sequences handoffs across departments.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Govern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Governance Controller enforces policy before execution spends tokens.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Operator objective
Policy constraints
Fleet status from Sentinel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packet
Routing decision
Governance pass or block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At most six agents active at once on M4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At most twelve agents assigned to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claim of done without a challenger or evidence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Ollama models preferred over external APIs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fleet-registry.yaml layers.command — five roles with home paths under agents/command/.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2520000" cy="1655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P04-command-fleet_commander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Fleet Commander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160000"/>
            <a:ext cx="2520000" cy="1655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P04-command-mission_compiler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Compiler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160000"/>
            <a:ext cx="2520000" cy="1655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P04-command-strategic_planner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Strategic Planner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160000"/>
            <a:ext cx="2520000" cy="1655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P04-command-workflow_orchestrator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Workflow Orchestrator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0000" y="4032000"/>
            <a:ext cx="2520000" cy="1655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P04-command-governance_controller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Governance Controller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Open a command role.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Each of the five leaf decks explains one desk in the tower.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/deck/P04-command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