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AI-DEBUGGING.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ai-debugging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ai-debugging.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AI-DEBUGGING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ai-debugging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ai-debugging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