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live-avatar.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LIVE-AVATAR.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live-avatar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C01-LIVE-AVATAR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live-avatar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live-avatar.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LIVE-AVATAR  · 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LIVE-AVATAR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lane=vision · model=qwen3-vl:8b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live-avatar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/deck/C01-live-avatar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live-avatar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qwen3-vl:8b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/deck/C01-live-avatar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