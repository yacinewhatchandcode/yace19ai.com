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babyagi.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BABYAGI.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babyagi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C01-BABYAGI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babyagi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babyagi.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BABYAGI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BABYAGI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babyagi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/deck/C01-babyagi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babyagi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92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/deck/C01-babyagi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