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Kernel —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INTENT.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Kernel — Intent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P12-INTENT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Kernel — Intent.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phases from intent to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Kernel — Intent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P12-kernel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/deck/P12-intent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Kernel — Intent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P12-kernel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/deck/P12-intent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