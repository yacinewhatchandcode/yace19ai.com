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fleet_commander.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FLEET_COMMANDER.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fleet_commander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C01-FLEET_COMMANDER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fleet_commander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fleet_commander.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FLEET_COMMANDER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FLEET_COMMANDER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fleet_commander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/deck/C01-fleet_commander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fleet_commander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8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/deck/C01-fleet_commander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