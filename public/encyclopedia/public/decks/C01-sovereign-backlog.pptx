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sovereign-backlog.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SOVEREIGN-BACKLOG.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sovereign-backlog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C01-SOVEREIGN-BACKLOG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sovereign-backlog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sovereign-backlog.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SOVEREIGN-BACKLOG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SOVEREIGN-BACKLOG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sovereign-backlog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/deck/C01-sovereign-backlog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sovereign-backlog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308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/deck/C01-sovereign-backlog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