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metagpt.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METAGPT.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metagpt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C01-METAGPT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metagpt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metagpt.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METAGPT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METAGPT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metagpt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/deck/C01-metagpt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metagpt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212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/deck/C01-metagpt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