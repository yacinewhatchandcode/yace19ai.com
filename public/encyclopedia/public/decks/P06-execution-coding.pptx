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CODING.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Coding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Coding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CODING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Coding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external/agent-zero, external/open-claude-code, external/OpenClaude-Portable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agents/execution/coding/role.yaml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/deck/P06-execution-coding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