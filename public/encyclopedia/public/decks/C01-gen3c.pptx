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gen3c.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GEN3C.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gen3c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C01-GEN3C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gen3c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gen3c.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GEN3C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GEN3C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gen3c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/deck/C01-gen3c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gen3c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/deck/C01-gen3c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