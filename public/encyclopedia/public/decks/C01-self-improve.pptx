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self-improve.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SELF-IMPROVE.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self-improve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C01-SELF-IMPROVE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self-improve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self-improve.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SELF-IMPROVE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SELF-IMPROVE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self-improve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/deck/C01-self-improve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self-improve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295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/deck/C01-self-improve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