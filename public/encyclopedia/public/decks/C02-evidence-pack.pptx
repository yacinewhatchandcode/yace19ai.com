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evidence-pack.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EVIDENCE_PACK.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evidence-pack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C02-EVIDENCE-PACK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evidence-pack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evidence-pack.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EVIDENCE-PACK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EVIDENCE_PACK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evidence-pack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/deck/C02-evidence-pack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evidence-pack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/deck/C02-evidence-pack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