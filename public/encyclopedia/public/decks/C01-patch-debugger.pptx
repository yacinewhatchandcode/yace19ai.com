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patch-debugger.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PATCH-DEBUGGER.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patch-debugger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C01-PATCH-DEBUGGER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patch-debugger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patch-debugger.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PATCH-DEBUGGER  ·  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PATCH-DEBUGGER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lane=coding · model=qwen3-coder:30b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patch-debugger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/deck/C01-patch-debugger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patch-debugger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qwen3-coder:30b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248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/deck/C01-patch-debugger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