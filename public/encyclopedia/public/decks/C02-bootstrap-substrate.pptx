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bootstrap-substrate.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BOOTSTRAP_SUBSTRATE.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bootstrap-substrate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C02-BOOTSTRAP-SUBSTRATE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bootstrap-substrate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bootstrap-substrate.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BOOTSTRAP-SUBSTRATE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BOOTSTRAP_SUBSTRATE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bootstrap-substrate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/deck/C02-bootstrap-substrate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bootstrap-substrate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/deck/C02-bootstrap-substrate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