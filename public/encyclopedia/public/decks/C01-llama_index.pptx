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llama_index.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LLAMA_INDEX.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llama_index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C01-LLAMA_INDEX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llama_index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llama_index.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LLAMA_INDEX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LLAMA_INDEX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llama_index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/deck/C01-llama_index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llama_index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/deck/C01-llama_index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