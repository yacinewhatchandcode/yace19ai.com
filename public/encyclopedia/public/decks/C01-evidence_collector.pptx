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evidence_collector.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EVIDENCE_COLLECTOR.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evidence_collector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C01-EVIDENCE_COLLECTOR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evidence_collector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evidence_collector.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EVIDENCE_COLLECTOR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EVIDENCE_COLLECTOR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evidence_collector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/deck/C01-evidence_collector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evidence_collector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6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/deck/C01-evidence_collector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