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check-subscription-v59.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CHECK-SUBSCRIPTION-V59.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check-subscription-v59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C01-CHECK-SUBSCRIPTION-V59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check-subscription-v59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check-subscription-v59.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CHECK-SUBSCRIPTION-V59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CHECK-SUBSCRIPTION-V59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check-subscription-v59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/deck/C01-check-subscription-v59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check-subscription-v59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107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/deck/C01-check-subscription-v59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