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real-codebase-analyzer.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REAL-CODEBASE-ANALYZER.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real-codebase-analyzer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C01-REAL-CODEBASE-ANALYZER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real-codebase-analyzer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real-codebase-analyzer.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REAL-CODEBASE-ANALYZER  ·  CODING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REAL-CODEBASE-ANALYZER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lane=coding · model=qwen3-coder:30b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real-codebase-analyzer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/deck/C01-real-codebase-analyzer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real-codebase-analyzer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qwen3-coder:30b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266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/deck/C01-real-codebase-analyzer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