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create-checkout-v92.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CREATE-CHECKOUT-V92.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create-checkout-v92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C01-CREATE-CHECKOUT-V92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create-checkout-v92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create-checkout-v92.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CREATE-CHECKOUT-V92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CREATE-CHECKOUT-V92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create-checkout-v92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/deck/C01-create-checkout-v92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create-checkout-v92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/deck/C01-create-checkout-v92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