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Prime Router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PRIME-ROUTER-MCP.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 Router MCP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P10-PRIME-ROUTER-MCP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Router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Prime Router 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PRIME-ROUTER-MCP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PRIME-ROUTER-MCP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MCP is the shared plug under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Prime Router MCP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/deck/P10-prime-router-mcp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Prime Router MCP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P10-mcp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/deck/P10-prime-router-mcp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