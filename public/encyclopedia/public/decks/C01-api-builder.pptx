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api-builder.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API-BUILDER.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api-builder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C01-API-BUILDER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api-builder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api-builder.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API-BUILDER  ·  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API-BUILDER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lane=coding · model=qwen3-coder:30b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api-builder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/deck/C01-api-builder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api-builder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qwen3-coder:30b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85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/deck/C01-api-builder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