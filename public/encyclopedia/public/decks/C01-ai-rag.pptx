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AI-RAG.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ai-rag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ai-rag.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AI-RAG  ·  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lane=embedding · model=embeddinggemma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ai-rag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/deck/C01-ai-rag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ai-rag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embeddinggemma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73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/deck/C01-ai-rag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