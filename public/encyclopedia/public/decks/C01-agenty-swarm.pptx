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agenty-swarm.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AGENTY-SWARM.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agenty-swarm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C01-AGENTY-SWARM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agenty-swarm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agenty-swarm.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AGENTY-SWARM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AGENTY-SWARM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agenty-swarm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/deck/C01-agenty-swarm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agenty-swarm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42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/deck/C01-agenty-swarm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