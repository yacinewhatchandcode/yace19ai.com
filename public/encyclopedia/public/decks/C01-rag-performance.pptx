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rag-performance.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RAG-PERFORMANCE.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rag-performance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C01-RAG-PERFORMANCE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rag-performance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rag-performance.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RAG-PERFORMANCE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RAG-PERFORMANCE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rag-performance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/deck/C01-rag-performance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rag-performance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/deck/C01-rag-performance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