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net-sec-agent.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NET-SEC-AGENT.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net-sec-agent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C01-NET-SEC-AGENT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net-sec-agent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net-sec-agent.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NET-SEC-AGENT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NET-SEC-AGENT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net-sec-agent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/deck/C01-net-sec-agent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net-sec-agent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/deck/C01-net-sec-agent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