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Tech Intel.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TECH-INTEL.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 Intel is woken by Command when the mission needs intelligence work — never alone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P05-INTELLIGENCE-TECH_INTEL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Tech Intel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Tech Intel serves the intelligence layer on the M4 command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TECH-INTEL  · 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TECH-INTEL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Job role in intelligence. Capacity class: shared_model.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Tech Intel is woken by Command when the mission needs intelligence work — never alone forever.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P05-intelligence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/deck/P05-intelligence-tech_intel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Role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Tech Intel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Layer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intelligence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Surfaces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external/AGENT_REGISTRY.json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Skills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bound skill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packet
NATS subject
Shared model 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Role artifact
Evidence note
Handoff or challenge request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6 simultaneously 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12 per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Expose uncertainty — never fake completion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preferred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Bound via agents/intelligence/tech_intel/role.yaml and skills manifest.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P05-intelligence.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a sibling role or climb to the department overview.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/deck/P05-intelligence-tech_intel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