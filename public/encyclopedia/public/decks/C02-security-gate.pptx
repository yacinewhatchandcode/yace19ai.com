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security-gate.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SECURITY_GATE.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security-gate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C02-SECURITY-GATE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security-gate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security-gate.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SECURITY-GATE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SECURITY_GATE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security-gate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/deck/C02-security-gate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security-gate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/deck/C02-security-gate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