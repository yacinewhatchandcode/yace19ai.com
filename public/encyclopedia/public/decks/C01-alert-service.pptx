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alert-service.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ALERT-SERVICE.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alert-service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C01-ALERT-SERVICE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alert-service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alert-service.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ALERT-SERVICE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ALERT-SERVICE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alert-service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/deck/C01-alert-service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alert-service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/deck/C01-alert-service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