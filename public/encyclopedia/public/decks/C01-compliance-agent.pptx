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compliance-agent.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COMPLIANCE-AGENT.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C01-COMPLIANCE-AGENT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compliance-agent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compliance-agent.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COMPLIANCE-AGENT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COMPLIANCE-AGENT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compliance-agent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/deck/C01-compliance-agent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compliance-agent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/deck/C01-compliance-agent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