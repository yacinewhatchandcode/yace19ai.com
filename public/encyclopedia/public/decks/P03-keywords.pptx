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Keywords slide is the Rosetta stone for the rest of the tree.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24.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Recite the chain slowly: house, departments, awake, frontier, mission, roles, roster.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Teach, constrain, queue, census — limits as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m4-only-profile + fleet-registry; no fabricated uptime percentages.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P03-KEYWORDS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Keywords and Capacity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Short numbers and words that encode capacity law — not marketing badges.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1  ·  5  ·  6  ·  9  ·  12  ·  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Twenty-four operational job roles form the living company on M4.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1 house · 5 departments · 6 awake · 9 frontier minds · 12 per mission · 24 roles · 321 roster ceiling.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P00-master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pillar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/deck/P03-keywords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 the ask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Router picks the right desk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 bus carries the packet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does the 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Verification challenges the result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Teach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Give operators and executives a pocket vocabulary for the fleet.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Constrain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Numbers are limits — queue overflow instead of thrashing the Mac.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Queue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When six are awake, the seventh waits; shared model lanes stay stable.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Census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321 is registered roster space; 24 is who actually runs missions today.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question
Mission sizing
Roster census query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Shared keyword meaning
Queue expectation
Scope boundary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At most six agents active at once on M4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At most twelve agents assigned to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claim of done without a challenger or evidence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Ollama models preferred over external APIs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config/m4-only-profile.yaml capacity block and fleet-registry capacity section.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Use the numbers honestly.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When someone says six or twelve, they mean policy — not hype.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/deck/P03-keywords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