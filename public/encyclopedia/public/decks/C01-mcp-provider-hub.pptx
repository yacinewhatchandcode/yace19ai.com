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mcp-provider-hub.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MCP-PROVIDER-HUB.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mcp-provider-hub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C01-MCP-PROVIDER-HUB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mcp-provider-hub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mcp-provider-hub.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MCP-PROVIDER-HUB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MCP-PROVIDER-HUB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mcp-provider-hub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/deck/C01-mcp-provider-hub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mcp-provider-hub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/deck/C01-mcp-provider-hub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