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runway.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RUNWAY.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runway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runway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runway.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RUNWAY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runway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/deck/C01-runway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runway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/deck/C01-runway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