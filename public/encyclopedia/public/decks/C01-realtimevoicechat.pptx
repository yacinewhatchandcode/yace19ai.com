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realtimevoicechat.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REALTIMEVOICECHAT.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realtimevoicechat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C01-REALTIMEVOICECHAT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realtimevoicechat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realtimevoicechat.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REALTIMEVOICECHAT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REALTIMEVOICECHAT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realtimevoicechat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/deck/C01-realtimevoicechat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realtimevoicechat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272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/deck/C01-realtimevoicechat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