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browser-subagent.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BROWSER-SUBAGENT.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browser-subagent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C01-BROWSER-SUBAGENT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browser-subagent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browser-subagent.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BROWSER-SUBAGENT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BROWSER-SUBAGENT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browser-subagent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/deck/C01-browser-subagent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browser-subagent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97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/deck/C01-browser-subagent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