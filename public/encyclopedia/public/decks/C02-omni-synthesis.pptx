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omni-synthesis.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OMNI_SYNTHESIS.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omni-synthesis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C02-OMNI-SYNTHESIS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omni-synthesis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omni-synthesis.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OMNI-SYNTHESIS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OMNI_SYNTHESIS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omni-synthesis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/deck/C02-omni-synthesis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omni-synthesis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/deck/C02-omni-synthesis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