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agenty-executor.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AGENTY-EXECUTOR.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agenty-executor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C01-AGENTY-EXECUTOR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agenty-executor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agenty-executor.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AGENTY-EXECUTOR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AGENTY-EXECUTOR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agenty-executor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/deck/C01-agenty-executor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agenty-executor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41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/deck/C01-agenty-executor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