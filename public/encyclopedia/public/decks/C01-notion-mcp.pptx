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notion-mcp.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NOTION-MCP.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notion-mcp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C01-NOTION-MCP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notion-mcp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notion-mcp.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NOTION-MCP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NOTION-MCP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notion-mcp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/deck/C01-notion-mcp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notion-mcp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230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/deck/C01-notion-mcp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