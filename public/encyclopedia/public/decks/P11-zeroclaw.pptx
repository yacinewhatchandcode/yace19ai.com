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ZeroClaw 9999.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ZEROCLAW.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ZeroClaw 9999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P11-ZEROCLAW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ZeroClaw 9999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ZeroClaw 9999.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ZEROCLAW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ZEROCLAW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Localhost services that keep the house 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ZeroClaw 9999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P11-substrate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/deck/P11-zeroclaw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ZeroClaw 9999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P11-substrate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/deck/P11-zeroclaw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