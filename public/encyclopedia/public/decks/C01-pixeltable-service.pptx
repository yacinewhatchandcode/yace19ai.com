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pixeltable-service.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PIXELTABLE-SERVICE.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pixeltable-service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C01-PIXELTABLE-SERVICE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pixeltable-service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pixeltable-service.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PIXELTABLE-SERVICE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PIXELTABLE-SERVICE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pixeltable-service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/deck/C01-pixeltable-service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pixeltable-service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254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/deck/C01-pixeltable-service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