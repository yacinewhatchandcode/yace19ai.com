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mcp-process-manager.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MCP-PROCESS-MANAGER.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mcp-process-manager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C01-MCP-PROCESS-MANAGER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mcp-process-manager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mcp-process-manager.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MCP-PROCESS-MANAGER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MCP-PROCESS-MANAGER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mcp-process-manager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/deck/C01-mcp-process-manager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mcp-process-manager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/deck/C01-mcp-process-manager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