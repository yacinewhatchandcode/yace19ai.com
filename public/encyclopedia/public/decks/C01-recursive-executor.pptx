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recursive-executor.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RECURSIVE-EXECUTOR.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recursive-executor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C01-RECURSIVE-EXECUTOR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recursive-executor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recursive-executor.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RECURSIVE-EXECUTOR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RECURSIVE-EXECUTOR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recursive-executor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/deck/C01-recursive-executor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recursive-executor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/deck/C01-recursive-executor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