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deepinfra.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DEEPINFRA.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deepinfra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C01-DEEPINFRA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deepinfra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deepinfra.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DEEPINFRA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DEEPINFRA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deepinfra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/deck/C01-deepinfra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deepinfra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148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/deck/C01-deepinfra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