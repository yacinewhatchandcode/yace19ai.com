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Fact Verifier.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FACT-VERIFIER.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Fact Verifier is woken by Command when the mission needs verification work — never alone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P07-VERIFICATION-FACT_VERIFIER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Fact Verifier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Fact Verifier serves the verification layer on the M4 command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FACT-VERIFIER  · 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FACT-VERIFIER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Job role in verification. Capacity class: shared_model.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Fact Verifier is woken by Command when the mission needs verification work — never alone forever.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P07-verification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/deck/P07-verification-fact_verifier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Role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Fact Verifier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Layer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Surfaces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external/hermes-agent-mirror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Skills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bound skill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packet
NATS subject
Shared model lane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Role artifact
Evidence note
Handoff or challenge request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Respect max 6 simultaneously 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Respect max 12 per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Expose uncertainty — never fake completion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Ollama preferred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Bound via agents/verification/fact_verifier/role.yaml and skills manifest.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P07-verification.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a sibling role or climb to the department overview.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/deck/P07-verification-fact_verifier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