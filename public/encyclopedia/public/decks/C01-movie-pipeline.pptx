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movie-pipeline.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MOVIE-PIPELINE.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movie-pipeline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C01-MOVIE-PIPELINE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movie-pipeline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movie-pipeline.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MOVIE-PIPELINE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MOVIE-PIPELINE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movie-pipeline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/deck/C01-movie-pipeline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movie-pipeline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/deck/C01-movie-pipeline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