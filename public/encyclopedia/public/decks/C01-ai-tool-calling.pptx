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ai-tool-calling.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AI-TOOL-CALLING.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ai-tool-calling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C01-AI-TOOL-CALLING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ai-tool-calling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ai-tool-calling.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AI-TOOL-CALLING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AI-TOOL-CALLING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ai-tool-calling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/deck/C01-ai-tool-calling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ai-tool-calling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79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/deck/C01-ai-tool-calling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