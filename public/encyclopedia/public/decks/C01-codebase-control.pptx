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codebase-control.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CODEBASE-CONTROL.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codebase-control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C01-CODEBASE-CONTROL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codebase-control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codebase-control.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CODEBASE-CONTROL  · 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CODEBASE-CONTROL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lane=coding · model=qwen3-coder:30b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codebase-control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/deck/C01-codebase-control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codebase-control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qwen3-coder:30b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115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/deck/C01-codebase-control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