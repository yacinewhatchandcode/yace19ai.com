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AI-MEMORY.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ai-memory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AI-MEMORY  · 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lane=embedding · model=embeddinggemma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ai-memory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/deck/C01-ai-memory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66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/deck/C01-ai-memory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