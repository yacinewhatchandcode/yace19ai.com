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Nodes — honest placement, one active command node.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the keyword M4. One breath. Then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Five nodes, one live — defer without shame.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 the audience in the arborescence before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AACI = Agent-to-Agent Communication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Command on M4, defer others, place future, prove honestly.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Always show the contract: what enters, what leaves.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 beat slogans. Read them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m4-only-profile deferred reasons — hardware_not_available, etc.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card is a live branch on yace19ai.com.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clear next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2000" y="251999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PRIME –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864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P13-NODES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224000"/>
            <a:ext cx="1080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Nodes and Placement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100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Machine placement map — M4 active; others deferred with stated reasons.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5328000"/>
            <a:ext cx="4320000" cy="270000"/>
          </a:xfrm>
          <a:prstGeom prst="roundRect">
            <a:avLst>
              <a:gd name="adj" fmla="val 20000"/>
            </a:avLst>
          </a:prstGeom>
          <a:solidFill>
            <a:srgbClr val="F3F1EC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7A746C"/>
                </a:solidFill>
                <a:latin typeface="JetBrains Mono"/>
                <a:ea typeface="JetBrains Mono"/>
                <a:cs typeface="JetBrains Mono"/>
              </a:rPr>
              <a:t>M4  ·  PLACEMENT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903999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B encyclopedia  ·  yace19ai.com  ·  M4-only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KEYWORD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26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5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M4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Mac M4 is the sole sovereign command node in the current profile.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one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160000"/>
            <a:ext cx="1044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Five nodes exist in the architecture. Only M4 runs missions today; the rest wait honestly.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TREE SEAT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Where this sits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Parent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P00-master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Kind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pillar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Pillar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P13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Route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/deck/P13-nodes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AACI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agents hand 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Hub hears the ask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Router picks the right desk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NATS bus carries the packet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Specialist does the work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6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05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Verification challenges the result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What this branch does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Command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M4 hosts inference, bus, memory, UI, frontier, and 24 roles.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2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Defer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iMac, Pi5, Synology, VPS — labeled deferred in m4-only-profile.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Place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config/placement-map.yaml assigns future workloads when nodes return.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2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Prove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No multi-node victory laps until hardware and policy allow.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and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Receives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Hardware availability
placement-map.yaml
m4-only-profile nodes block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Returns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Active node truth
Deferred reasons
Future placement intent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Capacity and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088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At most six agents active at once on M4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3024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At most twelve agents assigned to one 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No claim of done without a challenger or evidence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4896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Local Ollama models preferred over external APIs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we know it is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232000"/>
            <a:ext cx="104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config/m4-only-profile.yaml nodes section and fleet-registry nodes block.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OPENS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Dynamic branches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160000"/>
            <a:ext cx="2520000" cy="1655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P13-m4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Node — M4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2160000"/>
            <a:ext cx="2520000" cy="1655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P13-imac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Node — IMAC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2160000"/>
            <a:ext cx="2520000" cy="1655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P13-pi5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Node — PI5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0000" y="2160000"/>
            <a:ext cx="2520000" cy="1655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P13-synology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Node — SYNOLOGY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0000" y="4032000"/>
            <a:ext cx="2520000" cy="1655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P13-vps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Node — VPS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Open a node leaf.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M4 deck first; others explain deferred status, not failure.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5832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9A15A"/>
                </a:solidFill>
                <a:latin typeface="JetBrains Mono"/>
                <a:ea typeface="JetBrains Mono"/>
                <a:cs typeface="JetBrains Mono"/>
              </a:rPr>
              <a:t>/deck/P13-nodes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