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MEMORY.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MEMORY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memory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