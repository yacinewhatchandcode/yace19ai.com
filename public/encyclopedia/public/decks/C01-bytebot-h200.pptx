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bytebot-h200.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BYTEBOT-H200.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bytebot-h200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C01-BYTEBOT-H200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bytebot-h200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bytebot-h200.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BYTEBOT-H200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BYTEBOT-H200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bytebot-h200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/deck/C01-bytebot-h200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bytebot-h200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100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/deck/C01-bytebot-h200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