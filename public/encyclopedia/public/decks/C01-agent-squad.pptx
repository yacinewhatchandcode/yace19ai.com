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agent-squad.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AGENT-SQUAD.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agent-squad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C01-AGENT-SQUAD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agent-squad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agent-squad.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AGENT-SQUAD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AGENT-SQUAD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agent-squad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/deck/C01-agent-squad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agent-squad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/deck/C01-agent-squad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