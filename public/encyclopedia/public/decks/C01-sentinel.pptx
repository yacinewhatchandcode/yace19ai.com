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sentinel.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SENTINEL.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sentinel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C01-SENTINEL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sentinel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sentinel.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SENTINEL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SENTINEL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sentinel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/deck/C01-sentinel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sentinel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297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/deck/C01-sentinel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