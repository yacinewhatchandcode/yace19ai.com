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AI-CONVERSATION.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ai-conversation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AI-CONVERSATION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ai-conversation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/deck/C01-ai-conversation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ai-conversation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/deck/C01-ai-conversation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