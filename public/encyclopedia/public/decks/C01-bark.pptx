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bark.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BARK.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bark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C01-BARK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bark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bark.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BARK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bark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/deck/C01-bark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93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/deck/C01-bark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