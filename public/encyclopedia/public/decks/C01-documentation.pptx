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DOCUMENTATION.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DOCUMENTATION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documentation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155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