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Evidence Collector.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EVIDENCE-COLLECTOR.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Collector is woken by Command when the mission needs verification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P07-VERIFICATION-EVIDENCE_COLLECTOR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Collector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Evidence Collector serves the verification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EVIDENCE-COLLECTOR  · 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EVIDENCE-COLLECTOR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verification.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Evidence Collector is woken by Command when the mission needs verification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P07-verification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/deck/P07-verification-evidence_collector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Collector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memory/nas, nodes/synology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agents/verification/evidence_collector/role.yaml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P07-verification.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/deck/P07-verification-evidence_collector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