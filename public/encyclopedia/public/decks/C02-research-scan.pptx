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research-scan.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RESEARCH_SCAN.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research-scan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C02-RESEARCH-SCAN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research-scan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research-scan.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RESEARCH-SCAN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RESEARCH_SCAN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research-scan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/deck/C02-research-scan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research-scan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/deck/C02-research-scan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