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realtime-tts.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REALTIME-TTS.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realtime-tts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C01-REALTIME-TTS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realtime-tts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realtime-tts.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REALTIME-TTS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realtime-tts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/deck/C01-realtime-tts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/deck/C01-realtime-tts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