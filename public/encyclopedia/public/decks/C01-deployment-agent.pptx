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deployment-agent.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DEPLOYMENT-AGENT.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deployment-agent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C01-DEPLOYMENT-AGENT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deployment-agent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deployment-agent.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DEPLOYMENT-AGENT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DEPLOYMENT-AGENT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deployment-agent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/deck/C01-deployment-agent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deployment-agent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150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/deck/C01-deployment-agent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