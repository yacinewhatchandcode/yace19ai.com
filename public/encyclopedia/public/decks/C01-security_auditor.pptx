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security_auditor.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SECURITY_AUDITOR.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security_auditor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C01-SECURITY_AUDITOR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security_auditor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security_auditor.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SECURITY_AUDITOR  · 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SECURITY_AUDITOR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lane=reasoning · model=gpt-oss:20b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security_auditor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/deck/C01-security_auditor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security_auditor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reasoning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gpt-oss:20b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/deck/C01-security_auditor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