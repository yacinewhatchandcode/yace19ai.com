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api-key-service.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API-KEY-SERVICE.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api-key-service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C01-API-KEY-SERVICE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api-key-service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api-key-service.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API-KEY-SERVICE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API-KEY-SERVICE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api-key-service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/deck/C01-api-key-service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api-key-service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86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/deck/C01-api-key-service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