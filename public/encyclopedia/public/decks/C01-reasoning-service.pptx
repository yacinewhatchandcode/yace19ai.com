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reasoning-service.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REASONING-SERVICE.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reasoning-service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C01-REASONING-SERVICE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reasoning-service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reasoning-service.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REASONING-SERVICE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reasoning-service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/deck/C01-reasoning-service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/deck/C01-reasoning-service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