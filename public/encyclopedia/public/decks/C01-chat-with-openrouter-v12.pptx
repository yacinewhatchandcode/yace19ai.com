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chat-with-openrouter-v12.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CHAT-WITH-OPENROUTER-V12.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chat-with-openrouter-v12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C01-CHAT-WITH-OPENROUTER-V12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chat-with-openrouter-v12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chat-with-openrouter-v12.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CHAT-WITH-OPENROUTER-V12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CHAT-WITH-OPENROUTER-V12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chat-with-openrouter-v12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/deck/C01-chat-with-openrouter-v12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chat-with-openrouter-v12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106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/deck/C01-chat-with-openrouter-v12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