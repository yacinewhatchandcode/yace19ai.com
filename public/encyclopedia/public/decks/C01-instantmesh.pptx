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instantmesh.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INSTANTMESH.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instantmesh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C01-INSTANTMESH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instantmesh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instantmesh.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INSTANTMESH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INSTANTMESH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instantmesh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/deck/C01-instantmesh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instantmesh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/deck/C01-instantmesh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