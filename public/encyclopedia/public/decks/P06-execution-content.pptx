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CONTENT.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is woken by Command when the mission needs execution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P06-EXECUTION-CONTENT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Content serves the execution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CONTENT  · 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execution.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Content is woken by Command when the mission needs execution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P06-execution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/deck/P06-execution-content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external/sovereign-media-agent, external/seedance_agent, upstream/AI-Post-Content-Creator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agents/execution/content/role.yaml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P06-execution.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/deck/P06-execution-content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