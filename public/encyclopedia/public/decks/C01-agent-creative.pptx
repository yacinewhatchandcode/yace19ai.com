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agent-creative.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AGENT-CREATIVE.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agent-creative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C01-AGENT-CREATIVE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agent-creative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agent-creative.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AGENT-CREATIVE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AGENT-CREATIVE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agent-creative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/deck/C01-agent-creative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agent-creative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/deck/C01-agent-creative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