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ai-agent-builder.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AI-AGENT-BUILDER.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ai-agent-builder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C01-AI-AGENT-BUILDER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ai-agent-builder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ai-agent-builder.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AI-AGENT-BUILDER  · 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AI-AGENT-BUILDER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lane=coding · model=qwen3-coder:30b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ai-agent-builder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/deck/C01-ai-agent-builder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ai-agent-builder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qwen3-coder:30b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43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/deck/C01-ai-agent-builder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