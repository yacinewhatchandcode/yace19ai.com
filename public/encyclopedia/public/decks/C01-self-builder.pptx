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self-builder.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SELF-BUILDER.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self-builder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C01-SELF-BUILDER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self-builder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self-builder.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SELF-BUILDER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SELF-BUILDER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self-builder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/deck/C01-self-builder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self-builder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/deck/C01-self-builder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