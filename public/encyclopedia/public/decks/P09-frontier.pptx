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Frontier pillar — nine personas, one machine.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OMNI.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Roll call of nine names — rhythm matters.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Specialize, share lanes, cap, wire — four frontier rules.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frontier-multi-agent.json; no fake benchmark scores.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P09-FRONTIER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Frontier Nine and OMNI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Nine named mind-styles on one M4 — personas, not separate companies.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ZERO  ·  OMNI  ·  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OMNI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Compositional entry when text, code, retrieval, and vision must unify in one ask.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ZERO scouts, DEEPSCAN retrieves, CLAW codes, CCR reviews, HERMES reasons, MID plans, ORACLE architects, FORGE builds, OMNI unifies.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P00-master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pillar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/deck/P09-frontier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 the ask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Router picks the right desk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 bus carries the packet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Specialist does the work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Verification challenges the result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Specialize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Each persona owns a cognitive accent and model lane.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Share lanes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Fast, reasoning, coding, vision, embedding — pooled on Ollama.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Cap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six active frontier minds; queue the rest per policy.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Wire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All nine bind to node m4 in frontier-multi-agent.json.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Cross-modal mission
Frontier NATS subject
Shared Ollama endpoint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Persona-specific result
Lane telemetry
Handoff to OMNI when needed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At most six agents active at once on M4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At most twelve agents assigned to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claim of done without a challenger or evidence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Ollama models preferred over external APIs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missions/cognitive-kernel/config/frontier-multi-agent.json — nine agents, m4 node wiring.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2520000" cy="1655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P09-zero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ZERO — Zero Scout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160000"/>
            <a:ext cx="2520000" cy="1655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P09-deepscan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DEEPSCAN — Deep Scan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160000"/>
            <a:ext cx="2520000" cy="1655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P09-claw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CLAW — Claw Coder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160000"/>
            <a:ext cx="2520000" cy="1655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P09-ccr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CCR — CCR Reviewer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0000" y="4032000"/>
            <a:ext cx="2520000" cy="1655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P09-hermes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HERMES — Hermes Reasoner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0000" y="4032000"/>
            <a:ext cx="2520000" cy="1655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P09-mid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MID — Mid Planner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0000" y="4032000"/>
            <a:ext cx="2520000" cy="1655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P09-oracle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ORACLE — Oracle Architect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20000" y="4032000"/>
            <a:ext cx="2520000" cy="1655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P09-forge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FORGE — Forge Builder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Open a frontier mind.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Compare specialist leaf decks; use OMNI when the ask spans modalities.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/deck/P09-frontier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