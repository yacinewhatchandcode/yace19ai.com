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anthropic.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ANTHROPIC.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anthropic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anthropic.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ANTHROPIC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anthropic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/deck/C01-anthropic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anthropic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/deck/C01-anthropic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