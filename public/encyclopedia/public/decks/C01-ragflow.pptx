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ragflow.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RAGFLOW.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ragflow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C01-RAGFLOW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ragflow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ragflow.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RAGFLOW  ·  EMBEDDING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RAGFLOW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lane=embedding · model=embeddinggemma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ragflow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/deck/C01-ragflow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ragflow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embeddinggemma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265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/deck/C01-ragflow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