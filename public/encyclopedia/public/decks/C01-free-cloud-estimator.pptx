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free-cloud-estimator.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FREE-CLOUD-ESTIMATOR.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free-cloud-estimator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C01-FREE-CLOUD-ESTIMATOR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free-cloud-estimator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free-cloud-estimator.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FREE-CLOUD-ESTIMATOR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FREE-CLOUD-ESTIMATOR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free-cloud-estimator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/deck/C01-free-cloud-estimator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free-cloud-estimator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/deck/C01-free-cloud-estimator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