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humanoid-agent.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HUMANOID-AGENT.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humanoid-agent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C01-HUMANOID-AGENT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humanoid-agent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humanoid-agent.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HUMANOID-AGENT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HUMANOID-AGENT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humanoid-agent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/deck/C01-humanoid-agent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humanoid-agent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188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/deck/C01-humanoid-agent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