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ai-error-recovery.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AI-ERROR-RECOVERY.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ai-error-recovery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C01-AI-ERROR-RECOVERY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ai-error-recovery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ai-error-recovery.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AI-ERROR-RECOVERY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AI-ERROR-RECOVERY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ai-error-recovery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/deck/C01-ai-error-recovery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ai-error-recovery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/deck/C01-ai-error-recovery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