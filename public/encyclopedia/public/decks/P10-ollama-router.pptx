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Ollama Router.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OLLAMA-ROUTER.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Ollama Router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P10-OLLAMA-ROUTER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Ollama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Ollama Router.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OLLAMA-ROUTER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OLLAMA-ROUTER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MCP is the shared plug under Messages.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Ollama Router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P10-mcp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/deck/P10-ollama-router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Ollama Router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P10-mcp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/deck/P10-ollama-router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