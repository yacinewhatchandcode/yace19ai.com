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consolidation-mcp.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CONSOLIDATION-MCP.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consolidation-mcp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C01-CONSOLIDATION-MCP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consolidation-mcp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consolidation-mcp.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CONSOLIDATION-MCP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CONSOLIDATION-MCP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consolidation-mcp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/deck/C01-consolidation-mcp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consolidation-mcp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/deck/C01-consolidation-mcp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