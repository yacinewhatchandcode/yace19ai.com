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graphrag.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GRAPHRAG.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graphrag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C01-GRAPHRAG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graphrag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graphrag.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GRAPHRAG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GRAPHRAG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graphrag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/deck/C01-graphrag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graphrag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176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/deck/C01-graphrag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