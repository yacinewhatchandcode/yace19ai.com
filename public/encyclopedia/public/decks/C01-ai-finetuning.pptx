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ai-finetuning.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AI-FINETUNING.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ai-finetuning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C01-AI-FINETUNING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ai-finetuning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ai-finetuning.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AI-FINETUNING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AI-FINETUNING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ai-finetuning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/deck/C01-ai-finetuning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ai-finetuning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58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/deck/C01-ai-finetuning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