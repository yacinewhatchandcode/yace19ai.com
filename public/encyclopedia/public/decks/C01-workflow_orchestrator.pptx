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workflow_orchestrator.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WORKFLOW_ORCHESTRATOR.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workflow_orchestrator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C01-WORKFLOW_ORCHESTRATOR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workflow_orchestrator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workflow_orchestrator.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WORKFLOW_ORCHESTRATOR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WORKFLOW_ORCHESTRATOR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workflow_orchestrator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/deck/C01-workflow_orchestrator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workflow_orchestrator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24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/deck/C01-workflow_orchestrator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