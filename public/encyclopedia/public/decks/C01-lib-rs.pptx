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lib.rs.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LIB.RS.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lib.rs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C01-LIB-RS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lib.rs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lib.rs.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LIB.RS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LIB.RS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lib.rs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/deck/C01-lib-rs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lib.rs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/deck/C01-lib-rs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