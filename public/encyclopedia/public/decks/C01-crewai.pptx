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crewai.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CREWAI.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crewai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C01-CREWAI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crewai.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CREWAI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CREWAI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crewai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/deck/C01-crewai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crewai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/deck/C01-crewai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