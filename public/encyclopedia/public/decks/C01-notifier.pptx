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notifier.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NOTIFIER.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notifier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C01-NOTIFIER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notifier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notifier.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NOTIFIER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NOTIFIER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notifier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/deck/C01-notifier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notifier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228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/deck/C01-notifier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