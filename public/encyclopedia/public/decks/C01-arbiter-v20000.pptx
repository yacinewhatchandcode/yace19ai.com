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arbiter-v20000.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ARBITER-V20000.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arbiter-v20000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C01-ARBITER-V20000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arbiter-v20000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arbiter-v20000.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ARBITER-V20000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ARBITER-V20000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arbiter-v20000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/deck/C01-arbiter-v20000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arbiter-v20000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88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/deck/C01-arbiter-v20000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