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competitor-scan.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COMPETITOR_SCAN.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competitor-scan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C02-COMPETITOR-SCAN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competitor-scan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competitor-scan.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COMPETITOR-SCAN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COMPETITOR_SCAN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competitor-scan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/deck/C02-competitor-scan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competitor-scan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/deck/C02-competitor-scan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