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digital-twin.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DIGITAL-TWIN.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digital-twin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C01-DIGITAL-TWIN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digital-twin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digital-twin.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DIGITAL-TWIN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DIGITAL-TWIN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digital-twin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/deck/C01-digital-twin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digital-twin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153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/deck/C01-digital-twin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