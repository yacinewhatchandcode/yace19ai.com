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ai-function-calling.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AI-FUNCTION-CALLING.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ai-function-calling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C01-AI-FUNCTION-CALLING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ai-function-calling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ai-function-calling.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AI-FUNCTION-CALLING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AI-FUNCTION-CALLING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ai-function-calling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/deck/C01-ai-function-calling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ai-function-calling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/deck/C01-ai-function-calling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