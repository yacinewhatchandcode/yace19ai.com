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prompt-enhancement.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PROMPT-ENHANCEMENT.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prompt-enhancement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C01-PROMPT-ENHANCEMENT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prompt-enhancement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prompt-enhancement.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PROMPT-ENHANCEMENT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PROMPT-ENHANCEMENT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prompt-enhancement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/deck/C01-prompt-enhancement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prompt-enhancement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/deck/C01-prompt-enhancement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