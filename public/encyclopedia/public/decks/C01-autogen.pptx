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autogen.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AUTOGEN.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autogen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C01-AUTOGEN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autogen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autogen.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AUTOGEN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AUTOGEN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autogen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/deck/C01-autogen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autogen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/deck/C01-autogen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