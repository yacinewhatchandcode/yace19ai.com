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mobile_api.rs.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MOBILE_API.RS.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mobile_api.rs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C01-MOBILE_API-RS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mobile_api.rs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mobile_api.rs.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MOBILE_API.RS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MOBILE_API.RS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mobile_api.rs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/deck/C01-mobile_api-rs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mobile_api.rs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/deck/C01-mobile_api-rs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