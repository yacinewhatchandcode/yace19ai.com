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Knowledge Synthesis.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KNOWLEDGE-SYNTHESIS.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Knowledge Synthesis is woken by Command when the mission needs intelligence work — never alone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P05-INTELLIGENCE-KNOWLEDGE_SYNTHESIS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Knowledge Synthesis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Knowledge Synthesis serves the intelligence layer on the M4 command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KNOWLEDGE-SYNTHESIS  · 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KNOWLEDGE-SYNTHESIS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Job role in intelligence. Capacity class: shared_model.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Knowledge Synthesis is woken by Command when the mission needs intelligence work — never alone forever.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P05-intelligence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/deck/P05-intelligence-knowledge_synthesis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Role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Knowledge Synthesis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Layer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intelligence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Surfaces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memory/nas, nodes/imac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Skills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bound skill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packet
NATS subject
Shared model lane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Role artifact
Evidence note
Handoff or challenge request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Respect max 6 simultaneously 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Respect max 12 per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Expose uncertainty — never fake completion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Ollama preferred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Bound via agents/intelligence/knowledge_synthesis/role.yaml and skills manifest.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P05-intelligence.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a sibling role or climb to the department overview.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/deck/P05-intelligence-knowledge_synthesis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