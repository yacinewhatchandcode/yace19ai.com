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cost-intelligence.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COST-INTELLIGENCE.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cost-intelligence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C01-COST-INTELLIGENCE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cost-intelligence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cost-intelligence.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COST-INTELLIGENCE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cost-intelligence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/deck/C01-cost-intelligence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/deck/C01-cost-intelligence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