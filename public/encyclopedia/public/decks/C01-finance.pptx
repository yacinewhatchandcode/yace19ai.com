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finance.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FINANCE.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finance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C01-FINANCE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finance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finance.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FINANCE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FINANCE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finance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/deck/C01-finance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finance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163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/deck/C01-finance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