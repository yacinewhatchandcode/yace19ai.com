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pipecat.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PIPECAT.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pipecat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C01-PIPECAT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pipecat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pipecat.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PIPECAT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PIPECAT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pipecat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/deck/C01-pipecat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pipecat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251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/deck/C01-pipecat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