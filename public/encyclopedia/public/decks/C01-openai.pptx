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openai.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OPENAI.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C01-OPENAI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openai.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OPENAI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openai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/deck/C01-openai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