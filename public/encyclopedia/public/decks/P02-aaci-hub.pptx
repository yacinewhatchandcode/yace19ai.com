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is the wiring story — how agents talk without becoming separate companies.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AACI.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 + desks + plug — familiar org chart, new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Hub, specialists, MCP, nesting — four concrete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fleet-registry.yaml layers and mcp.surfaces.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P02-AACI-HUB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AACI and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One hub talks to many specialists. Any agent can call another as a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AACI  ·  HUB  ·  MCP  ·  AGENT-AS-TOOL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AACI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Agent-to-Agent Communication Interface — structured handoffs, not chat chaos.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Same shape as domain agent fleets: a central hub, specialist desks, MCP as the shared plug.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/deck/P02-aaci-hub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Hub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Center and OMNI hear the ask and keep context.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Specialists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Departments wake role agents only when the mission needs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MCP plug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One socket for tools, files, bus, and remote nodes.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Nest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An agent may invoke another agent as a tool inside its own run.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User or operator intent
Mission packet
Tool and agent registry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Routed handoff
Specialist artifact
Return path to 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Maps to hub diagram in fleet-registry layers and MCP surfaces block.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Follow a handoff.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department pillar and watch AACI steps on each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/deck/P02-aaci-hub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