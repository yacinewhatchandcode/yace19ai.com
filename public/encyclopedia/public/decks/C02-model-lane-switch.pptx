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model-lane-switch.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MODEL_LANE_SWITCH.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model-lane-switch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C02-MODEL-LANE-SWITCH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model-lane-switch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model-lane-switch.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MODEL-LANE-SWITCH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MODEL_LANE_SWITCH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model-lane-switch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/deck/C02-model-lane-switch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model-lane-switch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/deck/C02-model-lane-switch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