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intelligence-hub.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INTELLIGENCE-HUB.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intelligence-hub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C01-INTELLIGENCE-HUB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intelligence-hub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intelligence-hub.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INTELLIGENCE-HUB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INTELLIGENCE-HUB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intelligence-hub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/deck/C01-intelligence-hub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intelligence-hub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192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/deck/C01-intelligence-hub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