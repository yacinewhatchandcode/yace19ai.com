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oauth-token-service.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OAUTH-TOKEN-SERVICE.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oauth-token-service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C01-OAUTH-TOKEN-SERVICE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oauth-token-service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oauth-token-service.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OAUTH-TOKEN-SERVICE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OAUTH-TOKEN-SERVICE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oauth-token-service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/deck/C01-oauth-token-service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oauth-token-service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233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/deck/C01-oauth-token-service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