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state-graph-memory.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STATE-GRAPH-MEMORY.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state-graph-memory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C01-STATE-GRAPH-MEMORY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state-graph-memory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state-graph-memory.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STATE-GRAPH-MEMORY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STATE-GRAPH-MEMORY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state-graph-memory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/deck/C01-state-graph-memory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state-graph-memory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/deck/C01-state-graph-memory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