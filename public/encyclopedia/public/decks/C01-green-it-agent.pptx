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green-it-agent.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GREEN-IT-AGENT.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green-it-agent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C01-GREEN-IT-AGENT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green-it-agent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green-it-agent.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GREEN-IT-AGENT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GREEN-IT-AGENT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green-it-agent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/deck/C01-green-it-agent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green-it-agent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177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/deck/C01-green-it-agent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