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zero-illusion-audit.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ZERO_ILLUSION_AUDIT.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zero-illusion-audit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C02-ZERO-ILLUSION-AUDIT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zero-illusion-audit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zero-illusion-audit.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ZERO-ILLUSION-AUDIT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ZERO_ILLUSION_AUDIT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zero-illusion-audit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/deck/C02-zero-illusion-audit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zero-illusion-audit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/deck/C02-zero-illusion-audit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