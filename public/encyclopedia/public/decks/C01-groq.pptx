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GROQ.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groq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C01-GROQ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groq.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GROQ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GROQ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groq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/deck/C01-groq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groq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/deck/C01-groq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