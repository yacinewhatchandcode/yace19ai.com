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disk-reclaim-dryrun.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DISK_RECLAIM_DRYRUN.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disk-reclaim-dryrun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C02-DISK-RECLAIM-DRYRUN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disk-reclaim-dryrun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disk-reclaim-dryrun.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DISK-RECLAIM-DRYRUN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DISK_RECLAIM_DRYRUN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disk-reclaim-dryrun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/deck/C02-disk-reclaim-dryrun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disk-reclaim-dryrun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/deck/C02-disk-reclaim-dryrun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