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ai-mcp.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AI-MCP.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ai-mcp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ai-mcp.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AI-MCP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ai-mcp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/deck/C01-ai-mcp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65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