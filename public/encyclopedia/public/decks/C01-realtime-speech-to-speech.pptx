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realtime-speech-to-speech.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REALTIME-SPEECH-TO-SPEECH.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realtime-speech-to-speech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C01-REALTIME-SPEECH-TO-SPEECH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realtime-speech-to-speech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realtime-speech-to-speech.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REALTIME-SPEECH-TO-SPEEC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REALTIME-SPEECH-TO-SPEECH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realtime-speech-to-speech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/deck/C01-realtime-speech-to-speech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realtime-speech-to-speech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/deck/C01-realtime-speech-to-speech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