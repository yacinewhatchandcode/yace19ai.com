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Output Critic.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OUTPUT-CRITIC.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Critic is woken by Command when the mission needs verification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P07-VERIFICATION-OUTPUT_CRITIC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Output Critic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Output Critic serves the verification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OUTPUT-CRITIC  · 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OUTPUT-CRITIC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verification.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Output Critic is woken by Command when the mission needs verification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P07-verification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/deck/P07-verification-output_critic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Output Critic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external/hermes-agent-mirror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agents/verification/output_critic/role.yaml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P07-verification.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/deck/P07-verification-output_critic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