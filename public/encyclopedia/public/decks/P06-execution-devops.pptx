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DevOps.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DEVOPS.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DevOps is woken by Command when the mission needs execution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P06-EXECUTION-DEVOPS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DevOps serves the execution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DEVOPS  · 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execution.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DevOps is woken by Command when the mission needs execution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P06-execution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/deck/P06-execution-devops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DevOps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external/zeroclaw-mirror, external/nullclaw-mirror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agents/execution/devops/role.yaml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P06-execution.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/deck/P06-execution-devops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