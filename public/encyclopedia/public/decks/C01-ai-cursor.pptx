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Roster — ai-cursor.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AI-CURSOR.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ai-cursor is a registered universe seat. Wake only under capacity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C01-AI-CURSOR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Roster — ai-cursor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Census leaf for roster id ai-cursor.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AI-CURSOR  ·  FAST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AI-CURSOR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lane=fast · model=qwen3:8b · status=online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ai-cursor is a registered universe seat. Wake only under capacity law.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C01-roster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/deck/C01-ai-cursor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Id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ai-cursor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fast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Model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qwen3:8b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Dispatch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nats+mcp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needing this seat
Queue slot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result
Evidence note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universe index 53 · capacity_class=queued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C01-roster.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Climb to C00 or open a mission pattern.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/deck/C01-ai-cursor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