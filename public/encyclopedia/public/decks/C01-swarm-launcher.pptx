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swarm-launcher.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SWARM-LAUNCHER.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swarm-launcher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C01-SWARM-LAUNCHER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swarm-launcher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swarm-launcher.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SWARM-LAUNCHER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SWARM-LAUNCHER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swarm-launcher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/deck/C01-swarm-launcher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swarm-launcher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/deck/C01-swarm-launcher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