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browser-use.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BROWSER-USE.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browser-use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C01-BROWSER-USE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browser-use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browser-use.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BROWSER-USE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BROWSER-USE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browser-use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/deck/C01-browser-use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browser-use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98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/deck/C01-browser-use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