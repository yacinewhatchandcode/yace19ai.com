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data-sec-agent.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DATA-SEC-AGENT.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data-sec-agent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C01-DATA-SEC-AGENT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data-sec-agent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data-sec-agent.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DATA-SEC-AGENT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DATA-SEC-AGENT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data-sec-agent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/deck/C01-data-sec-agent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data-sec-agent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/deck/C01-data-sec-agent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