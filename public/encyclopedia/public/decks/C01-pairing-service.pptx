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pairing-service.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PAIRING-SERVICE.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pairing-service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C01-PAIRING-SERVICE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pairing-service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pairing-service.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PAIRING-SERVICE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PAIRING-SERVICE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pairing-service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/deck/C01-pairing-service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pairing-service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/deck/C01-pairing-service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