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clarification-engine.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CLARIFICATION-ENGINE.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clarification-engine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C01-CLARIFICATION-ENGINE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clarification-engine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clarification-engine.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CLARIFICATION-ENGINE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CLARIFICATION-ENGINE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clarification-engine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/deck/C01-clarification-engine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clarification-engine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/deck/C01-clarification-engine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