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outreach.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OUTREACH.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outreach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C01-OUTREACH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outreach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outreach.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OUTREACH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OUTREACH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outreach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/deck/C01-outreach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outreach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/deck/C01-outreach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