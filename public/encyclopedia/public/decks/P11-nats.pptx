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NATS 4222.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NATS.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NATS 4222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P11-NATS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 4222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NATS 4222.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NATS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Localhost services that keep the house lit.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NATS 4222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P11-substrate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/deck/P11-nats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NATS 4222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P11-substrate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/deck/P11-nats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