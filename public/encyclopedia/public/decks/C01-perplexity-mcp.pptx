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perplexity-mcp.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PERPLEXITY-MCP.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perplexity-mcp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C01-PERPLEXITY-MCP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perplexity-mcp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perplexity-mcp.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PERPLEXITY-MCP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PERPLEXITY-MCP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perplexity-mcp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/deck/C01-perplexity-mcp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perplexity-mcp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250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/deck/C01-perplexity-mcp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