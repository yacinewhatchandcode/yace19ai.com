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designer.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DESIGNER.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C01-DESIGNER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designer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designer.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DESIGNER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DESIGNER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designer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/deck/C01-designer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designer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151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/deck/C01-designer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