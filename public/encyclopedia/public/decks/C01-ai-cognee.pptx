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ai-cognee.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AI-COGNEE.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ai-cognee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C01-AI-COGNEE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ai-cognee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ai-cognee.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AI-COGNEE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AI-COGNEE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ai-cognee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/deck/C01-ai-cognee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ai-cognee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47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/deck/C01-ai-cognee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