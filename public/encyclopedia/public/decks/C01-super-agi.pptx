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super-agi.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SUPER-AGI.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super-agi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C01-SUPER-AGI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super-agi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super-agi.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SUPER-AGI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SUPER-AGI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super-agi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/deck/C01-super-agi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super-agi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/deck/C01-super-agi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