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openvoice.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OPENVOICE.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openvoice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C01-OPENVOICE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openvoice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openvoice.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OPENVOICE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openvoice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/deck/C01-openvoice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/deck/C01-openvoice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