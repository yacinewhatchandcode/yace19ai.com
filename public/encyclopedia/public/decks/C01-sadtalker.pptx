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sadtalker.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SADTALKER.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sadtalker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C01-SADTALKER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sadtalker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sadtalker.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SADTALKER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SADTALKER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sadtalker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/deck/C01-sadtalker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sadtalker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287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/deck/C01-sadtalker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