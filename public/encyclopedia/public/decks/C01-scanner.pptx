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scanner.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SCANNER.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scanner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C01-SCANNER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scanner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scanner.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SCANNER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SCANNER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scanner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/deck/C01-scanner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scanner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289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/deck/C01-scanner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