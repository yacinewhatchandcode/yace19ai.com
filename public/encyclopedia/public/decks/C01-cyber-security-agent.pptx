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cyber-security-agent.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CYBER-SECURITY-AGENT.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cyber-security-agent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C01-CYBER-SECURITY-AGENT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cyber-security-agent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cyber-security-agent.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CYBER-SECURITY-AGENT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CYBER-SECURITY-AGENT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cyber-security-agent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/deck/C01-cyber-security-agent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cyber-security-agent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/deck/C01-cyber-security-agent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