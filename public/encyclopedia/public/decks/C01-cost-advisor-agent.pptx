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cost-advisor-agent.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COST-ADVISOR-AGENT.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cost-advisor-agent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C01-COST-ADVISOR-AGENT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cost-advisor-agent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cost-advisor-agent.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COST-ADVISOR-AGENT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COST-ADVISOR-AGENT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cost-advisor-agent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/deck/C01-cost-advisor-agent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cost-advisor-agent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132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/deck/C01-cost-advisor-agent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