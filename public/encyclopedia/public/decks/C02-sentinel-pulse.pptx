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sentinel-pulse.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SENTINEL_PULSE.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sentinel-pulse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C02-SENTINEL-PULSE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sentinel-pulse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sentinel-pulse.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SENTINEL-PULSE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SENTINEL_PULSE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sentinel-pulse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/deck/C02-sentinel-pulse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sentinel-pulse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/deck/C02-sentinel-pulse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