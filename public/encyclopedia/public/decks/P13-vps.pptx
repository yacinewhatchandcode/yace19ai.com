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Node — VPS.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VPS.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— VPS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P13-VPS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VPS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Node — VPS.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VPS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VPS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Machine placement — only M4 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Node — VPS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P13-nodes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/deck/P13-vps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Node — VPS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P13-nodes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/deck/P13-vps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