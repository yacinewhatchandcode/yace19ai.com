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ai-langchain.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AI-LANGCHAIN.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ai-langchain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C01-AI-LANGCHAIN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ai-langchain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ai-langchain.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AI-LANGCHAIN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AI-LANGCHAIN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ai-langchain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/deck/C01-ai-langchain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ai-langchain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63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/deck/C01-ai-langchain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