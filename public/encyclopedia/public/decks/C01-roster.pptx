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321.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ROSTER.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leaf is one roster seat — not a second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C01-ROSTER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321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All universe agents as navigable leaves.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ROSTER  ·  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of registered agent identities.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Each leaf is one roster seat — not a second company.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C00-census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/deck/C01-roster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List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Map every universe 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model lane when known.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Status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online/queued census claim.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 when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intent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Verified artifact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total matches leaf count under this pillar.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C01-coding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C01-competitor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competitor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C01-content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C01-devops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devops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C01-document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document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C01-evidence_collector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evidence_collector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C01-fact_verifier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fact_verifier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C01-fleet_commander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fleet_commander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 the next branch.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Return to the master tree or continue depth.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/deck/C01-roster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