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langflow.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LANGFLOW.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langflow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C01-LANGFLOW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langflow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langflow.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LANGFLOW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LANGFLOW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langflow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/deck/C01-langflow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langflow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/deck/C01-langflow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