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output_critic.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OUTPUT_CRITIC.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output_critic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C01-OUTPUT_CRITIC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output_critic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output_critic.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OUTPUT_CRITIC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OUTPUT_CRITIC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output_critic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/deck/C01-output_critic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output_critic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/deck/C01-output_critic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