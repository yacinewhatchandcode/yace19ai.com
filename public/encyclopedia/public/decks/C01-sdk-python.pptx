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sdk-python.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SDK-PYTHON.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sdk-python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C01-SDK-PYTHON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sdk-python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sdk-python.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SDK-PYTHON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SDK-PYTHON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sdk-python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/deck/C01-sdk-python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sdk-python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/deck/C01-sdk-python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