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QA.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QA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QA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QA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/deck/P06-execution-qa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external/bytebot, nodes/m4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agents/execution/qa/role.yaml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