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find-.agent.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FIND-.AGENT.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find-.agent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C01-FIND--AGENT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find-.agent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find-.agent.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FIND-.AGENT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FIND-.AGENT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find-.agent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/deck/C01-find--agent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find-.agent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/deck/C01-find--agent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