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memory-health.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MEMORY_HEALTH.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memory-health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C02-MEMORY-HEALTH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memory-health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memory-health.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MEMORY-HEALTH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MEMORY_HEALTH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memory-health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/deck/C02-memory-health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memory-health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/deck/C02-memory-health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