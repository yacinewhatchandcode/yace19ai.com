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chroma.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CHROMA.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chroma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C01-CHROMA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chroma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chroma.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CHROMA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CHROMA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chroma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/deck/C01-chroma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chroma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108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/deck/C01-chroma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