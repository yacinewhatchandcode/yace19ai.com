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FORGE — Forge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FORGE.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 is a named mind-style on the M4, not a separate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P09-FORGE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FORGE — Forge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Forge Builder — heavy implementation.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FORGE  ·  heavy_implementation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 coding · model qwen3-coder:30b · node m4.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FORGE is a named mind-style on the M4, not a separate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P09-frontier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/deck/P09-forge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heavy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execution,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ollama, docker, filesystem, playwright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prime.frontier.FORGE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 subject
Mission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result
Lane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frontier-multi-agent.json wiring · node_wiring.m4 includes this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Back to Frontier pillar.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Compare with OMNI when the ask spans modalities.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/deck/P09-forge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