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mcp-cognee.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MCP-COGNEE.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mcp-cognee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C01-MCP-COGNEE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mcp-cognee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mcp-cognee.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MCP-COGNEE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MCP-COGNEE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mcp-cognee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/deck/C01-mcp-cognee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mcp-cognee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/deck/C01-mcp-cognee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