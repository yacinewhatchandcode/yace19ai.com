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AGENTSCOPE.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agentscope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AGENTSCOPE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agentscope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/deck/C01-agentscope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