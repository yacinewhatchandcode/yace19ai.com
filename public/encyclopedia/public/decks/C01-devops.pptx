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devops.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DEVOPS.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devops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devops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devops.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DEVOPS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devops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/deck/C01-devops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devops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/deck/C01-devops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