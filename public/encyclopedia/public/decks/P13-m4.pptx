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Node —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M4.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— M4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P13-M4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Node — M4.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Machine placement — only M4 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Node — M4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P13-nodes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/deck/P13-m4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Node — M4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P13-nodes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/deck/P13-m4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