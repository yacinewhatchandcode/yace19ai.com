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smart-orchestrator.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SMART-ORCHESTRATOR.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smart-orchestrator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C01-SMART-ORCHESTRATOR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smart-orchestrator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smart-orchestrator.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SMART-ORCHESTRATOR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SMART-ORCHESTRATOR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smart-orchestrator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/deck/C01-smart-orchestrator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smart-orchestrator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306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/deck/C01-smart-orchestrator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