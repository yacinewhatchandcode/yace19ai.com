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local-codebase-indexer.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LOCAL-CODEBASE-INDEXER.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local-codebase-indexer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C01-LOCAL-CODEBASE-INDEXER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local-codebase-indexer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local-codebase-indexer.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LOCAL-CODEBASE-INDEXER  · 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LOCAL-CODEBASE-INDEXER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lane=coding · model=qwen3-coder:30b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local-codebase-indexer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/deck/C01-local-codebase-indexer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local-codebase-indexer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qwen3-coder:30b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202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/deck/C01-local-codebase-indexer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