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system-analytics.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SYSTEM-ANALYTICS.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system-analytics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C01-SYSTEM-ANALYTICS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system-analytics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system-analytics.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SYSTEM-ANALYTICS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SYSTEM-ANALYTICS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system-analytics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/deck/C01-system-analytics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system-analytics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320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/deck/C01-system-analytics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