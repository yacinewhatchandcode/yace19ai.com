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model-registry.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MODEL-REGISTRY.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model-registry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C01-MODEL-REGISTRY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model-registry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model-registry.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MODEL-REGISTRY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MODEL-REGISTRY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model-registry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/deck/C01-model-registry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model-registry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/deck/C01-model-registry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