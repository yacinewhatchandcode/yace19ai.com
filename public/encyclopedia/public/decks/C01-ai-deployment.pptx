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ai-deployment.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AI-DEPLOYMENT.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ai-deployment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C01-AI-DEPLOYMENT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ai-deployment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ai-deployment.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AI-DEPLOYMENT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AI-DEPLOYMENT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ai-deployment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/deck/C01-ai-deployment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ai-deployment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55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/deck/C01-ai-deployment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