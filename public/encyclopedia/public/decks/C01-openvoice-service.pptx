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openvoice-service.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OPENVOICE-SERVICE.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openvoice-service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C01-OPENVOICE-SERVICE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openvoice-service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openvoice-service.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OPENVOICE-SERVICE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openvoice-service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/deck/C01-openvoice-service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/deck/C01-openvoice-service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