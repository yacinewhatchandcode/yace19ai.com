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tech_intel.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TECH_INTEL.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tech_intel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C01-TECH_INTEL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tech_intel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tech_intel.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TECH_INTEL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TECH_INTEL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tech_intel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/deck/C01-tech_intel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tech_intel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/deck/C01-tech_intel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