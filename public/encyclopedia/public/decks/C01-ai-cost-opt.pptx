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ai-cost-opt.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AI-COST-OPT.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ai-cost-opt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C01-AI-COST-OPT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ai-cost-opt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ai-cost-opt.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AI-COST-OPT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AI-COST-OPT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ai-cost-opt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/deck/C01-ai-cost-opt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ai-cost-opt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50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/deck/C01-ai-cost-opt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