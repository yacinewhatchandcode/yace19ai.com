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Strategic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STRATEGIC-PLANNER.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Strategic Planner is woken by Command when the mission needs command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P04-COMMAND-STRATEGIC_PLANNER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Strategic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Strategic Planner serves the command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STRATEGIC-PLANNER  · 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STRATEGIC-PLANNER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command.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Strategic Planner is woken by Command when the mission needs command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P04-command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/deck/P04-command-strategic_planner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Strategic Planner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external/SovereignAgentFleet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agents/command/strategic_planner/role.yaml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P04-command.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/deck/P04-command-strategic_planner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