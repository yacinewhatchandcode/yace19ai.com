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SECURITY.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security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SECURITY  · 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lane=reasoning · model=gpt-oss:20b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security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reasoning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gpt-oss:20b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293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