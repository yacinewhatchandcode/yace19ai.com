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OSINT.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OSINT.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OSINT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P05-INTELLIGENCE-OSINT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OSINT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OSINT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OSINT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/deck/P05-intelligence-osint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OSINT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external/hermes-agent-mirror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agents/intelligence/osint/role.yaml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/deck/P05-intelligence-osint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