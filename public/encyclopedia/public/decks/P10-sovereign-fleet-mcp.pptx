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Sovereign Fleet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SOVEREIGN-FLEET-MCP.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Sovereign Fleet MCP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P10-SOVEREIGN-FLEET-MCP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 Fleet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Sovereign Fleet 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SOVEREIGN-FLEET-MCP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SOVEREIGN-FLEET-MCP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 is the shared plug under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Sovereign Fleet MCP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/deck/P10-sovereign-fleet-mcp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Sovereign Fleet MCP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P10-mcp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/deck/P10-sovereign-fleet-mcp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