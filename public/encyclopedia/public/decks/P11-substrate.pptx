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Substrate — basement services, plain language.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PORTS.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Floor plan metaphor — inference, bus, memory,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Infer, bus, remember, surface — four substrate 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required_live list — actual ports, not abstract cloud.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P11-SUBSTRATE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Substrate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Localhost services that keep the cognitive house running — all on 127.0.0.1.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PORTS  ·  LOCALHOST  ·  M4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Ollama, NATS, Neo4j, Qdrant, Command Center, Council, Voice, ZeroClaw — the floor plan.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Substrate is the basement: inference, bus, memory, UI, voice, and agent runtime beneath every department.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P00-master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pillar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/deck/P11-substrate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 the ask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Router picks the right desk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 bus carries the packet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does the 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Verification challenges the result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Infer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Ollama 11434 — local models, no mandatory cloud.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Bus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 4222 — mission packets and frontier subjects.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Remember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Neo4j 7474 and Qdrant 6333 — graph and vector memory.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Surface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Command Center 7070, Council 7071, Voice 7072, ZeroClaw 9999.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Boot scripts
m4-only-profile required_live
Operator health check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Healthy localhost stack
UI entry points
Voice proxy at 7072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At most six agents active at once on M4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At most twelve agents assigned to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claim of done without a challenger or evidence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Ollama models preferred over external APIs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config/m4-only-profile.yaml required_live and voice block.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P11-ollama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Ollama 11434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160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P11-nats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 4222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160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P11-neo4j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Neo4j 7474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160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P11-qdrant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Qdrant 6333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" y="4032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P11-command-center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Command Center 7070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0000" y="4032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P11-council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Council 7071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0000" y="4032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P11-voice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Voice Orb 7072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0000" y="4032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P11-zeroclaw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ZeroClaw 9999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Open a service leaf.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Each port has its own deck — start with Ollama if audience is new.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/deck/P11-substrate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