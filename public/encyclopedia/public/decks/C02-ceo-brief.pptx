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ceo-brief.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CEO_BRIEF.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ceo-brief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C02-CEO-BRIEF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ceo-brief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ceo-brief.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CEO-BRIEF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CEO_BRIEF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ceo-brief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/deck/C02-ceo-brief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ceo-brief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/deck/C02-ceo-brief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