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rpa-debugger-agent.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RPA-DEBUGGER-AGENT.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rpa-debugger-agent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C01-RPA-DEBUGGER-AGENT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rpa-debugger-agent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rpa-debugger-agent.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RPA-DEBUGGER-AGENT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RPA-DEBUGGER-AGENT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rpa-debugger-agent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/deck/C01-rpa-debugger-agent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rpa-debugger-agent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280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/deck/C01-rpa-debugger-agent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