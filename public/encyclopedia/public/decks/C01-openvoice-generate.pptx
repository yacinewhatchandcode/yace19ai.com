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openvoice-generate.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OPENVOICE-GENERATE.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openvoice-generate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C01-OPENVOICE-GENERATE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openvoice-generate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openvoice-generate.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OPENVOICE-GENERATE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openvoice-generate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/deck/C01-openvoice-generate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/deck/C01-openvoice-generate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