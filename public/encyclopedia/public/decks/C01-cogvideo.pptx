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cogvideo.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COGVIDEO.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cogvideo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C01-COGVIDEO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cogvideo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cogvideo.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COGVIDEO  · 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COGVIDEO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lane=vision · model=qwen3-vl:8b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cogvideo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/deck/C01-cogvideo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cogvideo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qwen3-vl:8b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/deck/C01-cogvideo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