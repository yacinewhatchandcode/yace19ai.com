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Kernel —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ACCEPTANCE.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— Acceptance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P12-ACCEPTANCE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Kernel — Acceptance.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ACCEPTANCE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phases from intent 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Kernel — Acceptance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P12-kernel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/deck/P12-acceptance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Kernel — Acceptance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P12-kernel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/deck/P12-acceptance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