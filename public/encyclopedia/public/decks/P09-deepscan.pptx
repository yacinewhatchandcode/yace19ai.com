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DEEPSCAN — Deep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DEEPSCAN.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DEEPSCAN is a named mind-style on the M4, not a separate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P09-DEEPSCAN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DEEPSCAN — Deep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Scan — deep retrieval analyst.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DEEPSCAN  ·  deep_retrieval_analyst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 fast · model qwen3:14b · node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DEEPSCAN is a named mind-style on the M4, not a separate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P09-frontier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/deck/P09-deepscan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 retrieval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intelligence,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ollama, qdrant, neo4j,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prime.frontier.DEEPSCAN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subject
Mission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result
Lane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frontier-multi-agent.json wiring · node_wiring.m4 includes this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Back to Frontier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with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/deck/P09-deepscan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