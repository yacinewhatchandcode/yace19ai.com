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neo4j-service.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NEO4J-SERVICE.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neo4j-service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C01-NEO4J-SERVICE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neo4j-service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neo4j-service.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NEO4J-SERVICE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NEO4J-SERVICE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neo4j-service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/deck/C01-neo4j-service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neo4j-service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/deck/C01-neo4j-service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