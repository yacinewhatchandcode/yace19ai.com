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qwen3-embedding.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QWEN3-EMBEDDING.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qwen3-embedding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C01-QWEN3-EMBEDDING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qwen3-embedding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qwen3-embedding.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QWEN3-EMBEDDING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QWEN3-EMBEDDING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qwen3-embedding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/deck/C01-qwen3-embedding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qwen3-embedding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/deck/C01-qwen3-embedding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