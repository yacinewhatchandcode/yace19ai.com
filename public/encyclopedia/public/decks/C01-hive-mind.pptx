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hive-mind.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HIVE-MIND.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hive-mind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C01-HIVE-MIND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hive-mind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hive-mind.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HIVE-MIND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HIVE-MIND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hive-mind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/deck/C01-hive-mind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hive-mind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/deck/C01-hive-mind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