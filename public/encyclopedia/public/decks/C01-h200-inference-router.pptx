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h200-inference-router.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H200-INFERENCE-ROUTER.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h200-inference-router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C01-H200-INFERENCE-ROUTER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h200-inference-router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h200-inference-router.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H200-INFERENCE-ROUTER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H200-INFERENCE-ROUTER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h200-inference-router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/deck/C01-h200-inference-router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h200-inference-router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/deck/C01-h200-inference-router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