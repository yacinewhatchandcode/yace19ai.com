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fact_verifier.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FACT_VERIFIER.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fact_verifier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C01-FACT_VERIFIER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fact_verifier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fact_verifier.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FACT_VERIFIER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FACT_VERIFIER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fact_verifier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/deck/C01-fact_verifier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fact_verifier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/deck/C01-fact_verifier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