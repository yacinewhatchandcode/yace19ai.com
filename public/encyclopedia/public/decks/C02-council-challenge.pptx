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council-challenge.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COUNCIL_CHALLENGE.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council-challenge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C02-COUNCIL-CHALLENGE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council-challenge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council-challenge.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COUNCIL-CHALLENGE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COUNCIL_CHALLENGE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council-challenge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/deck/C02-council-challenge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council-challenge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/deck/C02-council-challenge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