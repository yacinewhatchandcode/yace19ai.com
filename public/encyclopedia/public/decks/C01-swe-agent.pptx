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swe-agent.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SWE-AGENT.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swe-agent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C01-SWE-AGENT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swe-agent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swe-agent.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SWE-AGENT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SWE-AGENT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swe-agent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/deck/C01-swe-agent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swe-agent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319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/deck/C01-swe-agent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