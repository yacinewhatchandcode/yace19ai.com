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cognee-defragmenter.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COGNEE-DEFRAGMENTER.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cognee-defragmenter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C01-COGNEE-DEFRAGMENTER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cognee-defragmenter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cognee-defragmenter.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COGNEE-DEFRAGMENTER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COGNEE-DEFRAGMENTER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cognee-defragmenter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/deck/C01-cognee-defragmenter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cognee-defragmenter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/deck/C01-cognee-defragmenter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