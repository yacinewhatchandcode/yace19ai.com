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data-eng.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DATA-ENG.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data-eng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C01-DATA-ENG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data-eng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data-eng.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DATA-ENG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DATA-ENG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data-eng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/deck/C01-data-eng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data-eng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144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/deck/C01-data-eng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