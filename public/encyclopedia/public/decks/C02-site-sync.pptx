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site-sync.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SITE_SYNC.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site-sync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C02-SITE-SYNC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site-sync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site-sync.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SITE-SYNC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SITE_SYNC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site-sync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/deck/C02-site-sync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site-sync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/deck/C02-site-sync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