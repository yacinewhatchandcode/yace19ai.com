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OMNI — Omni Sovereign.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OMNI.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OMNI is a named mind-style on the M4, not a separate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P09-OMNI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OMNI — Omni Sovereign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Omni Sovereign — multimodal unified entrypoint.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OMNI  ·  multimodal_unified_entrypoint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OMNI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 omni · model qwen3-vl:8b · node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OMNI is a named mind-style on the M4, not a separate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P09-frontier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/deck/P09-omni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multimodal unified entrypoint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command, execution, intelligence,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ollama, nats, neo4j, qdrant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prime.frontier.OMNI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 subject
Mission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result
Lane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frontier-multi-agent.json wiring · node_wiring.m4 includes this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Back to Frontier pillar.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Compare with OMNI when the ask spans modalities.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/deck/P09-omni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