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Fleet Sentinel.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FLEET-SENTINEL.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Fleet Sentinel is woken by Command when the mission needs infrastructure work — never alone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P08-INFRASTRUCTURE-FLEET_SENTINEL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Fleet Sentinel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Fleet Sentinel serves the infrastructure layer on the M4 command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FLEET-SENTINEL  · 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FLEET-SENTINEL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Job role in infrastructure. Capacity class: shared_model.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Fleet Sentinel is woken by Command when the mission needs infrastructure work — never alone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P08-infrastructure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/deck/P08-infrastructure-fleet_sentinel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Fleet Sentinel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infrastructure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Surfaces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nodes/pi5/zeroclaw, external/zeroclaw-mirror, mcp/sovereign-fleet-mcp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Skills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bound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packet
NATS subject
Shared model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Role artifact
Evidence note
Handoff or challenge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6 simultaneously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12 per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Expose uncertainty — never fake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preferred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Bound via agents/infrastructure/fleet_sentinel/role.yaml and skills manifest.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P08-infrastructure.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a sibling role or climb to the department overview.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/deck/P08-infrastructure-fleet_sentinel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