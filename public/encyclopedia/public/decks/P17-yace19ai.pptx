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Site pillar — 3D wire as public face of Tier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3D.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lobby — same IDs as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Mirror, navigate, bind, stay honest — four site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registry routes and site field — no traffic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P17-YACE19AI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yace19ai.com 3D Wire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yace19ai.com — 3D wire tree where every deck ID is a navigable branch.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3D  ·  SITE  · 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Interactive site shell: same arborescence as Tier B PPTX, routed at /deck/ID.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The website is the public lobby of the encyclopedia — click a node, open the matching deck.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/deck/P17-yace19ai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Mirror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Site routes match registry.yaml deck IDs and keywords.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Navigate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3D tree focus moves as audience picks pillars.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Remotion films and PPTX share content YAML with the site.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Stay honest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Deferred nodes render as deferred — same as M4-only profile.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Tier B registry
Content YAML packs
Design system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Live /deck routes
3D tree UX
Consistent copy across surfaces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registry route fields (/deck/Pxx-...); site URL in registry site: https://yace19ai.com.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Walk the 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Start at master tree, drill into AACI or Keywords, then any department.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/deck/P17-yace19ai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