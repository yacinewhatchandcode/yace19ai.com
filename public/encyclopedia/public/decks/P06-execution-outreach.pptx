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OUTREACH.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Outreach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Outreach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OUTREACH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Outreach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/deck/P06-execution-outreach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agents/execution/outreach/role.yaml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