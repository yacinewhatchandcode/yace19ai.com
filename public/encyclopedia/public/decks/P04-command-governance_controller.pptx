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Governance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GOVERNANCE-CONTROLLER.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Controller is woken by Command when the mission needs command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P04-COMMAND-GOVERNANCE_CONTROLLER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Governance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Governance Controller serves the command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GOVERNANCE-CONTROLLER  · 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GOVERNANCE-CONTROLLER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command.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Governance Controller is woken by Command when the mission needs command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P04-command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/deck/P04-command-governance_controller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Governance 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external/sovereign-fleet-home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agents/command/governance_controller/role.yaml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P04-command.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/deck/P04-command-governance_controller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