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Tier C Census Hard Ceiling.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321.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Tier B is the operating company. Tier C is the full census and mission pattern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C00-CENSUS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Tier C Census Hard Ceiling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Every roster ID and mission pattern as an openable leaf.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CENSUS  ·  321  ·  TIER-C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321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Paper roster made navigable — optional depth beyond Tier 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is the operating company. Tier C is the full census and mission pattern library.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— root 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/deck/C00-census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Census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One leaf per universe agent 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Repeatable mission shapes as decks.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Queue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Still respects max 6 awake / 12 per mission.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Inherit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Zero-Illusion and AACI laws unchanged.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Universe 321
Mission pattern 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Census decks
Pattern decks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agent-universe-321.json + this registry.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C01-roster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321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C02-patterns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Patterns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 a census or pattern leaf.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Prefer Tier B for storytelling; use C for exhaustive lookup.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/deck/C00-census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