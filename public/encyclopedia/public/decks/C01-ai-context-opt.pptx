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ai-context-opt.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AI-CONTEXT-OPT.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ai-context-opt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C01-AI-CONTEXT-OPT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ai-context-opt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ai-context-opt.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AI-CONTEXT-OPT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AI-CONTEXT-OPT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ai-context-opt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/deck/C01-ai-context-opt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ai-context-opt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48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/deck/C01-ai-context-opt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