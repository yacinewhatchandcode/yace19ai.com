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ai-prompt-eng.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AI-PROMPT-ENG.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ai-prompt-eng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C01-AI-PROMPT-ENG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ai-prompt-eng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ai-prompt-eng.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AI-PROMPT-ENG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AI-PROMPT-ENG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ai-prompt-eng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/deck/C01-ai-prompt-eng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ai-prompt-eng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/deck/C01-ai-prompt-eng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