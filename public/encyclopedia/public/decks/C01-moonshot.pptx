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moonshot.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MOONSHOT.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moonshot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C01-MOONSHOT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moonshot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moonshot.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MOONSHOT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MOONSHOT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moonshot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/deck/C01-moonshot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moonshot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221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/deck/C01-moonshot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