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concierge.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CONCIERGE.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concierge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C01-CONCIERGE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concierge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concierge.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CONCIERGE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CONCIERGE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concierge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/deck/C01-concierge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concierge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/deck/C01-concierge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