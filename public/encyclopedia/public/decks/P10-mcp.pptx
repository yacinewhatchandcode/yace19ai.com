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control plane — plug metaphor, not another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socket under Messages — demystify for non-devs.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Fleet, router, SSH, model route — four live plugs.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mcp/* paths and github remotes in fleet-registry.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P10-MCP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MCP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 is the shared plug — tools and services attach once, agents reuse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MCP  ·  PLUG  · 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Model Context Protocol surfaces: fleet control, routing, SSH, Ollama — one socket.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Under Messages and Cursor, MCP servers are how agents touch files, bus, models, and remote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/deck/P10-mcp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Fleet 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 Fleet MCP — Ollama chat, iMac/M4 execute, CCR, Hermes on localhost.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Router 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Router MCP — sovereign boot, dispatch, ZeroClaw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Remote SSH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iMac SSH MCP — deferred node access when hardware returns.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 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 Router MCP — lane selection without duplicate weight pulls.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 tool request
MCP server registry
Localhost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Tool result
Telemetry
Policy-compliant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fleet-registry.yaml mcp.surfaces — five entries with paths and remotes.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P10-sovereign-fleet-mcp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 Fleet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P10-prime-router-mcp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Router 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P10-imac-ssh-mcp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iMac SSH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P10-benjamin-mcp-fleet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Benjamin MCP Fleet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P10-ollama-router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 Router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an MCP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Benjamin MCP Fleet is VPS-only; not an M4 Cursor surface per registry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/deck/P10-mcp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