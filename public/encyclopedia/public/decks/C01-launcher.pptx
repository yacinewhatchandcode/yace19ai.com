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launcher.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LAUNCHER.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launcher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C01-LAUNCHER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launcher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launcher.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LAUNCHER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LAUNCHER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launcher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/deck/C01-launcher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launcher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/deck/C01-launcher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