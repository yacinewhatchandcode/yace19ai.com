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AGENT-ZERO.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agent-zero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AGENT-ZERO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agent-zero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/deck/C01-agent-zero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agent-zero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/deck/C01-agent-zero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