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handoff-bus.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HANDOFF_BUS.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handoff-bus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C02-HANDOFF-BUS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handoff-bus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handoff-bus.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HANDOFF-BUS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HANDOFF_BUS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handoff-bus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/deck/C02-handoff-bus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handoff-bus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/deck/C02-handoff-bus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