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ollama.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OLLAMA.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ollama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C01-OLLAMA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ollama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ollama.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OLLAMA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OLLAMA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ollama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/deck/C01-ollama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ollama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235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/deck/C01-ollama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