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gpu-router.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GPU-ROUTER.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gpu-router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C01-GPU-ROUTER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gpu-router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gpu-router.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GPU-ROUTER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GPU-ROUTER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gpu-router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/deck/C01-gpu-router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gpu-router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175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/deck/C01-gpu-router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