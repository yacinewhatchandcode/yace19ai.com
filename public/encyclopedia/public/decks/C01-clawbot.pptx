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clawbot.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CLAWBOT.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clawbot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C01-CLAWBOT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clawbot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clawbot.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CLAWBOT  ·  CODING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CLAWBOT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lane=coding · model=qwen3-coder:30b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clawbot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/deck/C01-clawbot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clawbot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qwen3-coder:30b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112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/deck/C01-clawbot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