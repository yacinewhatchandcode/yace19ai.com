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agent-perf.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AGENT-PERF.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agent-perf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agent-perf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agent-perf.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AGENT-PERF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agent-perf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/deck/C01-agent-perf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agent-perf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/deck/C01-agent-perf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