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chandra-ai.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CHANDRA-AI.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chandra-ai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C01-CHANDRA-AI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chandra-ai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chandra-ai.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CHANDRA-AI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CHANDRA-AI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chandra-ai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/deck/C01-chandra-ai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chandra-ai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104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/deck/C01-chandra-ai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