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health-monitor.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HEALTH-MONITOR.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health-monitor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C01-HEALTH-MONITOR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health-monitor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health-monitor.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HEALTH-MONITOR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HEALTH-MONITOR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health-monitor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/deck/C01-health-monitor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health-monitor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/deck/C01-health-monitor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