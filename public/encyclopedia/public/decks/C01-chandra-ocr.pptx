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chandra-ocr.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CHANDRA-OCR.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chandra-ocr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C01-CHANDRA-OCR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chandra-ocr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chandra-ocr.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CHANDRA-OCR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CHANDRA-OCR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chandra-ocr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/deck/C01-chandra-ocr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chandra-ocr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/deck/C01-chandra-ocr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