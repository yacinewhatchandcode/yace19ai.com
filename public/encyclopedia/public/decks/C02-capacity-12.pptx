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capacity-12.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CAPACITY_12.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capacity-12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C02-CAPACITY-12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capacity-12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capacity-12.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CAPACITY-12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CAPACITY_12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capacity-12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/deck/C02-capacity-12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capacity-12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/deck/C02-capacity-12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