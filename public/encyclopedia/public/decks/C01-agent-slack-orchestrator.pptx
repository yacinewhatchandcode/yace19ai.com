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agent-slack-orchestrator.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AGENT-SLACK-ORCHESTRATOR.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agent-slack-orchestrator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C01-AGENT-SLACK-ORCHESTRATOR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agent-slack-orchestrator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agent-slack-orchestrator.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AGENT-SLACK-ORCHESTRATOR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AGENT-SLACK-ORCHESTRATOR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agent-slack-orchestrator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/deck/C01-agent-slack-orchestrator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agent-slack-orchestrator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/deck/C01-agent-slack-orchestrator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