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Pattern — deck-rebuild.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DECK_REBUILD.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deck-rebuild when Command compiles a matching 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C02-DECK-REBUILD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— deck-rebuild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pattern deck-rebuild.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DECK-REBUILD  · 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DECK_REBUILD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Reusable workflow leaf under the kernel.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deck-rebuild when Command compiles a matching 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C02-patterns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/deck/C02-deck-rebuild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Pattern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deck-rebuild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Owner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 + kernel phases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Budget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≤12 seats, ≤6 awake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Exit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 + acceptance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Compiled mission
Capacity headroom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 log
Evidence pack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C pattern library — operational recipe.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C02-patterns.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Or jump to a related Tier B pillar.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/deck/C02-deck-rebuild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