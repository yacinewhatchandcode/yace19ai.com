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ai-monitoring.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AI-MONITORING.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ai-monitoring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C01-AI-MONITORING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ai-monitoring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ai-monitoring.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AI-MONITORING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AI-MONITORING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ai-monitoring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/deck/C01-ai-monitoring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ai-monitoring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68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/deck/C01-ai-monitoring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