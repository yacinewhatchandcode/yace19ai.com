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fleet_sentinel.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FLEET_SENTINEL.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fleet_sentinel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C01-FLEET_SENTINEL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fleet_sentinel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fleet_sentinel.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FLEET_SENTINEL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FLEET_SENTINEL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fleet_sentinel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/deck/C01-fleet_sentinel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fleet_sentinel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/deck/C01-fleet_sentinel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