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runpod.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RUNPOD.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runpod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C01-RUNPOD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runpod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runpod.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RUNPOD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RUNPOD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runpod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/deck/C01-runpod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runpod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282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/deck/C01-runpod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