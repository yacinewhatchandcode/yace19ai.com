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bootstrap.rs.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BOOTSTRAP.RS.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bootstrap.rs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C01-BOOTSTRAP-RS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bootstrap.rs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bootstrap.rs.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BOOTSTRAP.RS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BOOTSTRAP.RS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bootstrap.rs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/deck/C01-bootstrap-rs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bootstrap.rs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95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/deck/C01-bootstrap-rs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