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failure-taxonomy-engine.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FAILURE-TAXONOMY-ENGINE.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failure-taxonomy-engine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C01-FAILURE-TAXONOMY-ENGINE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failure-taxonomy-engine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failure-taxonomy-engine.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FAILURE-TAXONOMY-ENGINE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FAILURE-TAXONOMY-ENGINE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failure-taxonomy-engine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/deck/C01-failure-taxonomy-engine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failure-taxonomy-engine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161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/deck/C01-failure-taxonomy-engine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