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DOCUMENT.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 is woken by Command when the mission needs execution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P06-EXECUTION-DOCUMENT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Document serves the execution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DOCUMENT  · 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execution.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Document is woken by Command when the mission needs execution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P06-execution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/deck/P06-execution-document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nodes/imac, memory/nas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agents/execution/document/role.yaml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P06-execution.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/deck/P06-execution-document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