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ai-model-eval.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AI-MODEL-EVAL.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ai-model-eval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C01-AI-MODEL-EVAL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ai-model-eval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ai-model-eval.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AI-MODEL-EVAL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AI-MODEL-EVAL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ai-model-eval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/deck/C01-ai-model-eval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ai-model-eval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/deck/C01-ai-model-eval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