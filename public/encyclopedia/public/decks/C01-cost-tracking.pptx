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cost-tracking.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COST-TRACKING.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cost-tracking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C01-COST-TRACKING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cost-tracking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cost-tracking.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COST-TRACKING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COST-TRACKING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cost-tracking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/deck/C01-cost-tracking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cost-tracking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134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/deck/C01-cost-tracking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