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Security Auditor.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SECURITY-AUDITOR.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Auditor is woken by Command when the mission needs verification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P07-VERIFICATION-SECURITY_AUDITOR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 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Security Auditor serves the verification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SECURITY-AUDITOR  · 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SECURITY-AUDITOR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verification.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Security Auditor is woken by Command when the mission needs verification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P07-verification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/deck/P07-verification-security_auditor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 Auditor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external/nullclaw-mirror, external/zeroclaw-mirror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agents/verification/security_auditor/role.yaml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P07-verification.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/deck/P07-verification-security_auditor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