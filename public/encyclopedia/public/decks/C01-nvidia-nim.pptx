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nvidia-nim.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NVIDIA-NIM.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nvidia-nim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C01-NVIDIA-NIM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nvidia-nim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nvidia-nim.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NVIDIA-NIM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NVIDIA-NIM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nvidia-nim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/deck/C01-nvidia-nim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nvidia-nim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/deck/C01-nvidia-nim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