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multi-cloud-orchestrator.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MULTI-CLOUD-ORCHESTRATOR.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multi-cloud-orchestrator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C01-MULTI-CLOUD-ORCHESTRATOR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multi-cloud-orchestrator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multi-cloud-orchestrator.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MULTI-CLOUD-ORCHESTRATOR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MULTI-CLOUD-ORCHESTRATOR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multi-cloud-orchestrator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/deck/C01-multi-cloud-orchestrator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multi-cloud-orchestrator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223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/deck/C01-multi-cloud-orchestrator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