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llm_engine.rs.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LLM_ENGINE.RS.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llm_engine.rs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C01-LLM_ENGINE-RS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llm_engine.rs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llm_engine.rs.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LLM_ENGINE.RS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LLM_ENGINE.RS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llm_engine.rs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/deck/C01-llm_engine-rs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llm_engine.rs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201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/deck/C01-llm_engine-rs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