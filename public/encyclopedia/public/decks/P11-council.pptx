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Council 7071.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COUNCIL.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Council 7071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P11-COUNCIL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Council 7071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Council 7071.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COUNCIL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COUNCIL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Council 7071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/deck/P11-council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Council 7071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/deck/P11-council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