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Mission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MISSION-COMPILER.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 Compiler is woken by Command when the mission needs command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P04-COMMAND-MISSION_COMPILER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Compiler serves the command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MISSION-COMPILER  · 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MISSION-COMPILER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command.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Compiler is woken by Command when the mission needs command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P04-command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/deck/P04-command-mission_compiler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Compiler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external/fleet, 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agents/command/mission_compiler/role.yaml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P04-command.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/deck/P04-command-mission_compiler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