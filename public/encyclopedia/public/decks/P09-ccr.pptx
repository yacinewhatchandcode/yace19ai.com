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CCR — CCR Reviewer.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CCR.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CCR is a named mind-style on the M4, not a separate company.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P09-CCR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CCR — CCR Reviewer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CCR Reviewer — code review.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CCR  ·  code_review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CCR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 coding · model qwen3-coder:30b · node m4.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CCR is a named mind-style on the M4, not a separate company.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P09-frontier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/deck/P09-ccr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Specialist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Role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code review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Layers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execution, verification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MCP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ollama, filesystem, github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Bus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prime.frontier.CCR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Frontier subject
Mission context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Specialist result
Lane telemetry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frontier-multi-agent.json wiring · node_wiring.m4 includes this id.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Back to Frontier pillar.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Compare with OMNI when the ask spans modalities.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/deck/P09-ccr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