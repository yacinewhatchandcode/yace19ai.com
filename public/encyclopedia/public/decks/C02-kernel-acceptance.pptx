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211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Cover for Pattern — kernel-acceptance.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Hold the keyword KERNEL_ACCEPTANCE. One breath. Then continue.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 kernel-acceptance when Command compiles a matching mission.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Orient the audience in the arborescence before depth.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AACI = Agent-to-Agent Communication Interface.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Four concrete jobs. No fluff.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Always show the contract: what enters, what leaves.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Rules beat slogans. Read them aloud.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Zero-illusion: no applause without proof.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Each card is a live branch on yace19ai.com.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Close with a clear next click.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72000" y="251999"/>
            <a:ext cx="72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PRIME – 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864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C02-KERNEL-ACCEPTANCE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1224000"/>
            <a:ext cx="10800000" cy="115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34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Pattern — kernel-acceptance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0000" y="2592000"/>
            <a:ext cx="1008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Mission pattern kernel-acceptance.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5328000"/>
            <a:ext cx="4320000" cy="270000"/>
          </a:xfrm>
          <a:prstGeom prst="roundRect">
            <a:avLst>
              <a:gd name="adj" fmla="val 20000"/>
            </a:avLst>
          </a:prstGeom>
          <a:solidFill>
            <a:srgbClr val="F3F1EC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0">
                <a:solidFill>
                  <a:srgbClr val="7A746C"/>
                </a:solidFill>
                <a:latin typeface="JetBrains Mono"/>
                <a:ea typeface="JetBrains Mono"/>
                <a:cs typeface="JetBrains Mono"/>
              </a:rPr>
              <a:t>KERNEL-ACCEPTANCE  ·  PATTERN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0000" y="5903999"/>
            <a:ext cx="100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Tier B encyclopedia  ·  yace19ai.com  ·  M4-only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KEYWORD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260000"/>
            <a:ext cx="1080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56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KERNEL_ACCEPTANCE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880000"/>
            <a:ext cx="1008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Reusable workflow leaf under the kernel.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STORY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86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In one sentence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160000"/>
            <a:ext cx="10440000" cy="16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Open kernel-acceptance when Command compiles a matching mission.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TREE SEAT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Where this sits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Parent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C02-patterns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Kind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leaf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Pillar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C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8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Route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/deck/C02-kernel-acceptance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AACI LINK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How agents hand off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01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Hub hears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88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02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Route chooses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4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03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Bus carries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0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04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Pattern runs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36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05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Verify challenges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DOES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What this branch does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1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Pattern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kernel-acceptance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92000" y="21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Owner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Command + kernel phases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39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Budget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≤12 seats, ≤6 awake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92000" y="39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Exit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Evidence + acceptance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In and out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340000"/>
            <a:ext cx="5220000" cy="306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Receives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Compiled mission
Capacity headroom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0000" y="2340000"/>
            <a:ext cx="5220000" cy="306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Returns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Pattern run log
Evidence pack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RULES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Capacity and law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088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R1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Max 6 agents awake at once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20000" y="3024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R2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Max 12 agents on one mission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3960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R3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No done without a second voice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0000" y="4896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R4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Local models preferred on M4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PROOF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How we know it is real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232000"/>
            <a:ext cx="10440000" cy="21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Tier C pattern library — operational recipe.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OPENS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Dynamic branches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520000"/>
            <a:ext cx="1044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Leaf node — depth ends here. Return to parent.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NEXT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440000"/>
            <a:ext cx="1080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32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Return to C02-patterns.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880000"/>
            <a:ext cx="1008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Or jump to a related Tier B pillar.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0000" y="5832000"/>
            <a:ext cx="100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C9A15A"/>
                </a:solidFill>
                <a:latin typeface="JetBrains Mono"/>
                <a:ea typeface="JetBrains Mono"/>
                <a:cs typeface="JetBrains Mono"/>
              </a:rPr>
              <a:t>/deck/C02-kernel-acceptance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