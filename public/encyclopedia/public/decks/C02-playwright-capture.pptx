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playwright-capture.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PLAYWRIGHT_CAPTURE.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playwright-capture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C02-PLAYWRIGHT-CAPTURE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playwright-capture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playwright-capture.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PLAYWRIGHT-CAPTURE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PLAYWRIGHT_CAPTURE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playwright-capture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/deck/C02-playwright-capture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playwright-capture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/deck/C02-playwright-capture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