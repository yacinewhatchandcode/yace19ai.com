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mcp-leverage.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MCP_LEVERAGE.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mcp-leverage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C02-MCP-LEVERAGE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mcp-leverage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mcp-leverage.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MCP-LEVERAGE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MCP_LEVERAGE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mcp-leverage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/deck/C02-mcp-leverage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mcp-leverage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/deck/C02-mcp-leverage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