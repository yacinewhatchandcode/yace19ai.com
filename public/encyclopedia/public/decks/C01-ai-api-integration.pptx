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ai-api-integration.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AI-API-INTEGRATION.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ai-api-integration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C01-AI-API-INTEGRATION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ai-api-integration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ai-api-integration.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AI-API-INTEGRATION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AI-API-INTEGRATION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ai-api-integration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/deck/C01-ai-api-integration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ai-api-integration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44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/deck/C01-ai-api-integration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