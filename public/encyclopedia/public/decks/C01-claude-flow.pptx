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claude-flow.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CLAUDE-FLOW.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claude-flow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C01-CLAUDE-FLOW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claude-flow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claude-flow.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CLAUDE-FLOW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CLAUDE-FLOW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claude-flow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/deck/C01-claude-flow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claude-flow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/deck/C01-claude-flow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