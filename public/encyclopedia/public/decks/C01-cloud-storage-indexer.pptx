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cloud-storage-indexer.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CLOUD-STORAGE-INDEXER.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cloud-storage-indexer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C01-CLOUD-STORAGE-INDEXER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cloud-storage-indexer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cloud-storage-indexer.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CLOUD-STORAGE-INDEXER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CLOUD-STORAGE-INDEXER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cloud-storage-indexer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/deck/C01-cloud-storage-indexer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cloud-storage-indexer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113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/deck/C01-cloud-storage-indexer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